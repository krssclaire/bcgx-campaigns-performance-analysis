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98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0" r:id="rId6"/>
    <p:sldId id="267" r:id="rId7"/>
    <p:sldId id="259" r:id="rId8"/>
    <p:sldId id="265" r:id="rId9"/>
    <p:sldId id="272" r:id="rId10"/>
    <p:sldId id="273" r:id="rId11"/>
    <p:sldId id="263" r:id="rId12"/>
    <p:sldId id="274" r:id="rId13"/>
    <p:sldId id="262" r:id="rId14"/>
  </p:sldIdLst>
  <p:sldSz cx="18288000" cy="10287000"/>
  <p:notesSz cx="6858000" cy="9144000"/>
  <p:embeddedFontLst>
    <p:embeddedFont>
      <p:font typeface="Libre Franklin" pitchFamily="2" charset="0"/>
      <p:regular r:id="rId16"/>
      <p:bold r:id="rId17"/>
      <p:italic r:id="rId18"/>
      <p:boldItalic r:id="rId19"/>
    </p:embeddedFont>
    <p:embeddedFont>
      <p:font typeface="Libre Franklin Bold" charset="0"/>
      <p:regular r:id="rId20"/>
    </p:embeddedFont>
    <p:embeddedFont>
      <p:font typeface="Libre Franklin Semi-Bold" panose="020B0604020202020204" charset="0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678A"/>
    <a:srgbClr val="8F87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E31649-09E0-4233-8779-E3435D450BBB}" v="113" dt="2025-12-23T19:58:44.3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54" y="8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el Juglair" userId="e3e6a90a7d0137c2" providerId="LiveId" clId="{33AF6DED-2633-40C2-ADF2-1B7D0B660BC8}"/>
    <pc:docChg chg="undo redo custSel addSld delSld modSld sldOrd">
      <pc:chgData name="Kristel Juglair" userId="e3e6a90a7d0137c2" providerId="LiveId" clId="{33AF6DED-2633-40C2-ADF2-1B7D0B660BC8}" dt="2025-12-23T19:55:33.040" v="2389" actId="20577"/>
      <pc:docMkLst>
        <pc:docMk/>
      </pc:docMkLst>
      <pc:sldChg chg="modSp mod modTransition">
        <pc:chgData name="Kristel Juglair" userId="e3e6a90a7d0137c2" providerId="LiveId" clId="{33AF6DED-2633-40C2-ADF2-1B7D0B660BC8}" dt="2025-12-23T19:55:33.040" v="2389" actId="20577"/>
        <pc:sldMkLst>
          <pc:docMk/>
          <pc:sldMk cId="0" sldId="256"/>
        </pc:sldMkLst>
        <pc:spChg chg="mod">
          <ac:chgData name="Kristel Juglair" userId="e3e6a90a7d0137c2" providerId="LiveId" clId="{33AF6DED-2633-40C2-ADF2-1B7D0B660BC8}" dt="2025-12-23T19:42:48.898" v="2141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43:26.651" v="2165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55:33.040" v="2389" actId="20577"/>
          <ac:spMkLst>
            <pc:docMk/>
            <pc:sldMk cId="0" sldId="256"/>
            <ac:spMk id="17" creationId="{0761E190-8B87-DB8D-AB42-E559F979E433}"/>
          </ac:spMkLst>
        </pc:spChg>
        <pc:grpChg chg="mod">
          <ac:chgData name="Kristel Juglair" userId="e3e6a90a7d0137c2" providerId="LiveId" clId="{33AF6DED-2633-40C2-ADF2-1B7D0B660BC8}" dt="2025-12-23T19:42:45.617" v="2139" actId="1035"/>
          <ac:grpSpMkLst>
            <pc:docMk/>
            <pc:sldMk cId="0" sldId="256"/>
            <ac:grpSpMk id="14" creationId="{00000000-0000-0000-0000-000000000000}"/>
          </ac:grpSpMkLst>
        </pc:grpChg>
      </pc:sldChg>
      <pc:sldChg chg="modSp mod ord modTransition">
        <pc:chgData name="Kristel Juglair" userId="e3e6a90a7d0137c2" providerId="LiveId" clId="{33AF6DED-2633-40C2-ADF2-1B7D0B660BC8}" dt="2025-12-23T19:08:05.283" v="1642" actId="255"/>
        <pc:sldMkLst>
          <pc:docMk/>
          <pc:sldMk cId="0" sldId="257"/>
        </pc:sldMkLst>
        <pc:spChg chg="mod">
          <ac:chgData name="Kristel Juglair" userId="e3e6a90a7d0137c2" providerId="LiveId" clId="{33AF6DED-2633-40C2-ADF2-1B7D0B660BC8}" dt="2025-12-23T12:10:27.255" v="27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08:05.283" v="1642" actId="255"/>
          <ac:spMkLst>
            <pc:docMk/>
            <pc:sldMk cId="0" sldId="257"/>
            <ac:spMk id="4" creationId="{00000000-0000-0000-0000-000000000000}"/>
          </ac:spMkLst>
        </pc:spChg>
      </pc:sldChg>
      <pc:sldChg chg="modSp mod modTransition">
        <pc:chgData name="Kristel Juglair" userId="e3e6a90a7d0137c2" providerId="LiveId" clId="{33AF6DED-2633-40C2-ADF2-1B7D0B660BC8}" dt="2025-12-23T19:44:55.496" v="2217" actId="20577"/>
        <pc:sldMkLst>
          <pc:docMk/>
          <pc:sldMk cId="0" sldId="258"/>
        </pc:sldMkLst>
        <pc:spChg chg="mod">
          <ac:chgData name="Kristel Juglair" userId="e3e6a90a7d0137c2" providerId="LiveId" clId="{33AF6DED-2633-40C2-ADF2-1B7D0B660BC8}" dt="2025-12-23T19:44:36.048" v="2191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43:45.895" v="2166"/>
          <ac:spMkLst>
            <pc:docMk/>
            <pc:sldMk cId="0" sldId="258"/>
            <ac:spMk id="7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7:36:47.036" v="875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8:45:48.377" v="1081" actId="12"/>
          <ac:spMkLst>
            <pc:docMk/>
            <pc:sldMk cId="0" sldId="258"/>
            <ac:spMk id="11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5:13:49.152" v="281"/>
          <ac:spMkLst>
            <pc:docMk/>
            <pc:sldMk cId="0" sldId="258"/>
            <ac:spMk id="12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44:55.496" v="2217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5:13:59.796" v="282"/>
          <ac:spMkLst>
            <pc:docMk/>
            <pc:sldMk cId="0" sldId="258"/>
            <ac:spMk id="15" creationId="{00000000-0000-0000-0000-000000000000}"/>
          </ac:spMkLst>
        </pc:spChg>
        <pc:grpChg chg="mod">
          <ac:chgData name="Kristel Juglair" userId="e3e6a90a7d0137c2" providerId="LiveId" clId="{33AF6DED-2633-40C2-ADF2-1B7D0B660BC8}" dt="2025-12-23T19:43:45.895" v="2166"/>
          <ac:grpSpMkLst>
            <pc:docMk/>
            <pc:sldMk cId="0" sldId="258"/>
            <ac:grpSpMk id="5" creationId="{00000000-0000-0000-0000-000000000000}"/>
          </ac:grpSpMkLst>
        </pc:grpChg>
        <pc:grpChg chg="mod">
          <ac:chgData name="Kristel Juglair" userId="e3e6a90a7d0137c2" providerId="LiveId" clId="{33AF6DED-2633-40C2-ADF2-1B7D0B660BC8}" dt="2025-12-23T15:13:49.152" v="281"/>
          <ac:grpSpMkLst>
            <pc:docMk/>
            <pc:sldMk cId="0" sldId="258"/>
            <ac:grpSpMk id="10" creationId="{00000000-0000-0000-0000-000000000000}"/>
          </ac:grpSpMkLst>
        </pc:grpChg>
        <pc:grpChg chg="mod">
          <ac:chgData name="Kristel Juglair" userId="e3e6a90a7d0137c2" providerId="LiveId" clId="{33AF6DED-2633-40C2-ADF2-1B7D0B660BC8}" dt="2025-12-23T15:13:59.796" v="282"/>
          <ac:grpSpMkLst>
            <pc:docMk/>
            <pc:sldMk cId="0" sldId="258"/>
            <ac:grpSpMk id="13" creationId="{00000000-0000-0000-0000-000000000000}"/>
          </ac:grpSpMkLst>
        </pc:grpChg>
      </pc:sldChg>
      <pc:sldChg chg="addSp delSp modSp mod ord modTransition">
        <pc:chgData name="Kristel Juglair" userId="e3e6a90a7d0137c2" providerId="LiveId" clId="{33AF6DED-2633-40C2-ADF2-1B7D0B660BC8}" dt="2025-12-23T19:15:09.535" v="1739" actId="255"/>
        <pc:sldMkLst>
          <pc:docMk/>
          <pc:sldMk cId="0" sldId="259"/>
        </pc:sldMkLst>
        <pc:spChg chg="del mod">
          <ac:chgData name="Kristel Juglair" userId="e3e6a90a7d0137c2" providerId="LiveId" clId="{33AF6DED-2633-40C2-ADF2-1B7D0B660BC8}" dt="2025-12-23T19:09:59.269" v="1674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10:40.905" v="1680" actId="1076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Kristel Juglair" userId="e3e6a90a7d0137c2" providerId="LiveId" clId="{33AF6DED-2633-40C2-ADF2-1B7D0B660BC8}" dt="2025-12-23T19:10:09.081" v="1676" actId="14100"/>
          <ac:spMkLst>
            <pc:docMk/>
            <pc:sldMk cId="0" sldId="259"/>
            <ac:spMk id="8" creationId="{87387870-20C1-EFA6-E0E4-C09BE1CFD373}"/>
          </ac:spMkLst>
        </pc:spChg>
        <pc:graphicFrameChg chg="add mod">
          <ac:chgData name="Kristel Juglair" userId="e3e6a90a7d0137c2" providerId="LiveId" clId="{33AF6DED-2633-40C2-ADF2-1B7D0B660BC8}" dt="2025-12-23T19:15:09.535" v="1739" actId="255"/>
          <ac:graphicFrameMkLst>
            <pc:docMk/>
            <pc:sldMk cId="0" sldId="259"/>
            <ac:graphicFrameMk id="7" creationId="{6404449E-118D-F9D5-0781-B43CE8F7ED13}"/>
          </ac:graphicFrameMkLst>
        </pc:graphicFrameChg>
        <pc:picChg chg="del">
          <ac:chgData name="Kristel Juglair" userId="e3e6a90a7d0137c2" providerId="LiveId" clId="{33AF6DED-2633-40C2-ADF2-1B7D0B660BC8}" dt="2025-12-23T19:02:34.070" v="1433" actId="478"/>
          <ac:picMkLst>
            <pc:docMk/>
            <pc:sldMk cId="0" sldId="259"/>
            <ac:picMk id="5" creationId="{00000000-0000-0000-0000-000000000000}"/>
          </ac:picMkLst>
        </pc:picChg>
      </pc:sldChg>
      <pc:sldChg chg="addSp delSp modSp mod ord modTransition">
        <pc:chgData name="Kristel Juglair" userId="e3e6a90a7d0137c2" providerId="LiveId" clId="{33AF6DED-2633-40C2-ADF2-1B7D0B660BC8}" dt="2025-12-23T19:14:50.489" v="1738" actId="255"/>
        <pc:sldMkLst>
          <pc:docMk/>
          <pc:sldMk cId="0" sldId="260"/>
        </pc:sldMkLst>
        <pc:spChg chg="mod">
          <ac:chgData name="Kristel Juglair" userId="e3e6a90a7d0137c2" providerId="LiveId" clId="{33AF6DED-2633-40C2-ADF2-1B7D0B660BC8}" dt="2025-12-23T19:10:23.746" v="1678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09:17.354" v="1652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10:33.159" v="1679" actId="1076"/>
          <ac:spMkLst>
            <pc:docMk/>
            <pc:sldMk cId="0" sldId="260"/>
            <ac:spMk id="7" creationId="{00000000-0000-0000-0000-000000000000}"/>
          </ac:spMkLst>
        </pc:spChg>
        <pc:spChg chg="add mod">
          <ac:chgData name="Kristel Juglair" userId="e3e6a90a7d0137c2" providerId="LiveId" clId="{33AF6DED-2633-40C2-ADF2-1B7D0B660BC8}" dt="2025-12-23T17:07:33.163" v="554"/>
          <ac:spMkLst>
            <pc:docMk/>
            <pc:sldMk cId="0" sldId="260"/>
            <ac:spMk id="15" creationId="{23BC127D-D1CC-2DEC-45F1-47614E0A6AF8}"/>
          </ac:spMkLst>
        </pc:spChg>
        <pc:graphicFrameChg chg="add mod">
          <ac:chgData name="Kristel Juglair" userId="e3e6a90a7d0137c2" providerId="LiveId" clId="{33AF6DED-2633-40C2-ADF2-1B7D0B660BC8}" dt="2025-12-23T19:14:50.489" v="1738" actId="255"/>
          <ac:graphicFrameMkLst>
            <pc:docMk/>
            <pc:sldMk cId="0" sldId="260"/>
            <ac:graphicFrameMk id="16" creationId="{9FB59707-8D33-13EC-839B-340AFDBB670F}"/>
          </ac:graphicFrameMkLst>
        </pc:graphicFrameChg>
        <pc:picChg chg="del">
          <ac:chgData name="Kristel Juglair" userId="e3e6a90a7d0137c2" providerId="LiveId" clId="{33AF6DED-2633-40C2-ADF2-1B7D0B660BC8}" dt="2025-12-23T17:09:21.164" v="606" actId="478"/>
          <ac:picMkLst>
            <pc:docMk/>
            <pc:sldMk cId="0" sldId="260"/>
            <ac:picMk id="5" creationId="{00000000-0000-0000-0000-000000000000}"/>
          </ac:picMkLst>
        </pc:picChg>
      </pc:sldChg>
      <pc:sldChg chg="modSp mod ord modTransition">
        <pc:chgData name="Kristel Juglair" userId="e3e6a90a7d0137c2" providerId="LiveId" clId="{33AF6DED-2633-40C2-ADF2-1B7D0B660BC8}" dt="2025-12-23T18:53:11.464" v="1340" actId="14100"/>
        <pc:sldMkLst>
          <pc:docMk/>
          <pc:sldMk cId="0" sldId="261"/>
        </pc:sldMkLst>
        <pc:spChg chg="mod">
          <ac:chgData name="Kristel Juglair" userId="e3e6a90a7d0137c2" providerId="LiveId" clId="{33AF6DED-2633-40C2-ADF2-1B7D0B660BC8}" dt="2025-12-23T18:40:35.679" v="937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8:50:36.857" v="1228" actId="255"/>
          <ac:spMkLst>
            <pc:docMk/>
            <pc:sldMk cId="0" sldId="261"/>
            <ac:spMk id="5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8:48:49.467" v="1193" actId="20578"/>
          <ac:spMkLst>
            <pc:docMk/>
            <pc:sldMk cId="0" sldId="261"/>
            <ac:spMk id="6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8:51:32.105" v="1237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8:51:15.742" v="1231"/>
          <ac:spMkLst>
            <pc:docMk/>
            <pc:sldMk cId="0" sldId="261"/>
            <ac:spMk id="9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8:53:11.464" v="1340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8:52:05.638" v="1238"/>
          <ac:spMkLst>
            <pc:docMk/>
            <pc:sldMk cId="0" sldId="261"/>
            <ac:spMk id="12" creationId="{00000000-0000-0000-0000-000000000000}"/>
          </ac:spMkLst>
        </pc:spChg>
        <pc:grpChg chg="mod">
          <ac:chgData name="Kristel Juglair" userId="e3e6a90a7d0137c2" providerId="LiveId" clId="{33AF6DED-2633-40C2-ADF2-1B7D0B660BC8}" dt="2025-12-23T18:48:49.467" v="1193" actId="20578"/>
          <ac:grpSpMkLst>
            <pc:docMk/>
            <pc:sldMk cId="0" sldId="261"/>
            <ac:grpSpMk id="4" creationId="{00000000-0000-0000-0000-000000000000}"/>
          </ac:grpSpMkLst>
        </pc:grpChg>
        <pc:grpChg chg="mod">
          <ac:chgData name="Kristel Juglair" userId="e3e6a90a7d0137c2" providerId="LiveId" clId="{33AF6DED-2633-40C2-ADF2-1B7D0B660BC8}" dt="2025-12-23T18:51:15.742" v="1231"/>
          <ac:grpSpMkLst>
            <pc:docMk/>
            <pc:sldMk cId="0" sldId="261"/>
            <ac:grpSpMk id="7" creationId="{00000000-0000-0000-0000-000000000000}"/>
          </ac:grpSpMkLst>
        </pc:grpChg>
        <pc:grpChg chg="mod">
          <ac:chgData name="Kristel Juglair" userId="e3e6a90a7d0137c2" providerId="LiveId" clId="{33AF6DED-2633-40C2-ADF2-1B7D0B660BC8}" dt="2025-12-23T18:52:05.638" v="1238"/>
          <ac:grpSpMkLst>
            <pc:docMk/>
            <pc:sldMk cId="0" sldId="261"/>
            <ac:grpSpMk id="10" creationId="{00000000-0000-0000-0000-000000000000}"/>
          </ac:grpSpMkLst>
        </pc:grpChg>
      </pc:sldChg>
      <pc:sldChg chg="addSp delSp modSp mod modTransition">
        <pc:chgData name="Kristel Juglair" userId="e3e6a90a7d0137c2" providerId="LiveId" clId="{33AF6DED-2633-40C2-ADF2-1B7D0B660BC8}" dt="2025-12-23T19:50:55.780" v="2277" actId="1035"/>
        <pc:sldMkLst>
          <pc:docMk/>
          <pc:sldMk cId="0" sldId="262"/>
        </pc:sldMkLst>
        <pc:spChg chg="mod">
          <ac:chgData name="Kristel Juglair" userId="e3e6a90a7d0137c2" providerId="LiveId" clId="{33AF6DED-2633-40C2-ADF2-1B7D0B660BC8}" dt="2025-12-23T19:31:38.929" v="2017" actId="1038"/>
          <ac:spMkLst>
            <pc:docMk/>
            <pc:sldMk cId="0" sldId="262"/>
            <ac:spMk id="6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50:55.780" v="2277" actId="1035"/>
          <ac:spMkLst>
            <pc:docMk/>
            <pc:sldMk cId="0" sldId="262"/>
            <ac:spMk id="7" creationId="{00000000-0000-0000-0000-000000000000}"/>
          </ac:spMkLst>
        </pc:spChg>
        <pc:graphicFrameChg chg="add del mod">
          <ac:chgData name="Kristel Juglair" userId="e3e6a90a7d0137c2" providerId="LiveId" clId="{33AF6DED-2633-40C2-ADF2-1B7D0B660BC8}" dt="2025-12-23T13:21:13.832" v="56" actId="478"/>
          <ac:graphicFrameMkLst>
            <pc:docMk/>
            <pc:sldMk cId="0" sldId="262"/>
            <ac:graphicFrameMk id="16" creationId="{9E9B9226-AA44-65B7-3AD2-E8DCF607F0AB}"/>
          </ac:graphicFrameMkLst>
        </pc:graphicFrameChg>
        <pc:graphicFrameChg chg="add del mod">
          <ac:chgData name="Kristel Juglair" userId="e3e6a90a7d0137c2" providerId="LiveId" clId="{33AF6DED-2633-40C2-ADF2-1B7D0B660BC8}" dt="2025-12-23T13:21:16.326" v="59" actId="478"/>
          <ac:graphicFrameMkLst>
            <pc:docMk/>
            <pc:sldMk cId="0" sldId="262"/>
            <ac:graphicFrameMk id="17" creationId="{3F22A265-D989-63D8-50E5-7E617C9785F9}"/>
          </ac:graphicFrameMkLst>
        </pc:graphicFrameChg>
      </pc:sldChg>
      <pc:sldChg chg="delSp modSp mod ord modTransition">
        <pc:chgData name="Kristel Juglair" userId="e3e6a90a7d0137c2" providerId="LiveId" clId="{33AF6DED-2633-40C2-ADF2-1B7D0B660BC8}" dt="2025-12-23T19:48:52.197" v="2250" actId="113"/>
        <pc:sldMkLst>
          <pc:docMk/>
          <pc:sldMk cId="0" sldId="263"/>
        </pc:sldMkLst>
        <pc:spChg chg="del">
          <ac:chgData name="Kristel Juglair" userId="e3e6a90a7d0137c2" providerId="LiveId" clId="{33AF6DED-2633-40C2-ADF2-1B7D0B660BC8}" dt="2025-12-23T19:27:01.620" v="1915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30:40.352" v="1994" actId="1076"/>
          <ac:spMkLst>
            <pc:docMk/>
            <pc:sldMk cId="0" sldId="263"/>
            <ac:spMk id="4" creationId="{00000000-0000-0000-0000-000000000000}"/>
          </ac:spMkLst>
        </pc:spChg>
        <pc:spChg chg="mod topLvl">
          <ac:chgData name="Kristel Juglair" userId="e3e6a90a7d0137c2" providerId="LiveId" clId="{33AF6DED-2633-40C2-ADF2-1B7D0B660BC8}" dt="2025-12-23T19:48:52.197" v="2250" actId="113"/>
          <ac:spMkLst>
            <pc:docMk/>
            <pc:sldMk cId="0" sldId="263"/>
            <ac:spMk id="6" creationId="{00000000-0000-0000-0000-000000000000}"/>
          </ac:spMkLst>
        </pc:spChg>
        <pc:spChg chg="del mod">
          <ac:chgData name="Kristel Juglair" userId="e3e6a90a7d0137c2" providerId="LiveId" clId="{33AF6DED-2633-40C2-ADF2-1B7D0B660BC8}" dt="2025-12-23T19:29:01.658" v="1965" actId="478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Kristel Juglair" userId="e3e6a90a7d0137c2" providerId="LiveId" clId="{33AF6DED-2633-40C2-ADF2-1B7D0B660BC8}" dt="2025-12-23T19:29:11.738" v="1968" actId="478"/>
          <ac:spMkLst>
            <pc:docMk/>
            <pc:sldMk cId="0" sldId="263"/>
            <ac:spMk id="8" creationId="{00000000-0000-0000-0000-000000000000}"/>
          </ac:spMkLst>
        </pc:spChg>
        <pc:spChg chg="del mod">
          <ac:chgData name="Kristel Juglair" userId="e3e6a90a7d0137c2" providerId="LiveId" clId="{33AF6DED-2633-40C2-ADF2-1B7D0B660BC8}" dt="2025-12-23T19:29:07.979" v="1967" actId="478"/>
          <ac:spMkLst>
            <pc:docMk/>
            <pc:sldMk cId="0" sldId="263"/>
            <ac:spMk id="9" creationId="{00000000-0000-0000-0000-000000000000}"/>
          </ac:spMkLst>
        </pc:spChg>
        <pc:spChg chg="del mod topLvl">
          <ac:chgData name="Kristel Juglair" userId="e3e6a90a7d0137c2" providerId="LiveId" clId="{33AF6DED-2633-40C2-ADF2-1B7D0B660BC8}" dt="2025-12-23T19:29:30.610" v="1971" actId="478"/>
          <ac:spMkLst>
            <pc:docMk/>
            <pc:sldMk cId="0" sldId="263"/>
            <ac:spMk id="10" creationId="{00000000-0000-0000-0000-000000000000}"/>
          </ac:spMkLst>
        </pc:spChg>
        <pc:spChg chg="del mod">
          <ac:chgData name="Kristel Juglair" userId="e3e6a90a7d0137c2" providerId="LiveId" clId="{33AF6DED-2633-40C2-ADF2-1B7D0B660BC8}" dt="2025-12-23T19:29:28.261" v="1970" actId="478"/>
          <ac:spMkLst>
            <pc:docMk/>
            <pc:sldMk cId="0" sldId="263"/>
            <ac:spMk id="11" creationId="{00000000-0000-0000-0000-000000000000}"/>
          </ac:spMkLst>
        </pc:spChg>
        <pc:grpChg chg="del mod">
          <ac:chgData name="Kristel Juglair" userId="e3e6a90a7d0137c2" providerId="LiveId" clId="{33AF6DED-2633-40C2-ADF2-1B7D0B660BC8}" dt="2025-12-23T19:29:30.610" v="1971" actId="478"/>
          <ac:grpSpMkLst>
            <pc:docMk/>
            <pc:sldMk cId="0" sldId="263"/>
            <ac:grpSpMk id="5" creationId="{00000000-0000-0000-0000-000000000000}"/>
          </ac:grpSpMkLst>
        </pc:grpChg>
      </pc:sldChg>
      <pc:sldChg chg="del modTransition">
        <pc:chgData name="Kristel Juglair" userId="e3e6a90a7d0137c2" providerId="LiveId" clId="{33AF6DED-2633-40C2-ADF2-1B7D0B660BC8}" dt="2025-12-23T19:33:32.171" v="2067" actId="47"/>
        <pc:sldMkLst>
          <pc:docMk/>
          <pc:sldMk cId="0" sldId="264"/>
        </pc:sldMkLst>
      </pc:sldChg>
      <pc:sldChg chg="addSp delSp modSp mod ord modTransition">
        <pc:chgData name="Kristel Juglair" userId="e3e6a90a7d0137c2" providerId="LiveId" clId="{33AF6DED-2633-40C2-ADF2-1B7D0B660BC8}" dt="2025-12-23T19:21:42.389" v="1742" actId="20577"/>
        <pc:sldMkLst>
          <pc:docMk/>
          <pc:sldMk cId="0" sldId="265"/>
        </pc:sldMkLst>
        <pc:spChg chg="mod">
          <ac:chgData name="Kristel Juglair" userId="e3e6a90a7d0137c2" providerId="LiveId" clId="{33AF6DED-2633-40C2-ADF2-1B7D0B660BC8}" dt="2025-12-23T19:11:47.613" v="1692" actId="14100"/>
          <ac:spMkLst>
            <pc:docMk/>
            <pc:sldMk cId="0" sldId="265"/>
            <ac:spMk id="3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21:31.295" v="1741"/>
          <ac:spMkLst>
            <pc:docMk/>
            <pc:sldMk cId="0" sldId="265"/>
            <ac:spMk id="5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21:31.295" v="1741"/>
          <ac:spMkLst>
            <pc:docMk/>
            <pc:sldMk cId="0" sldId="265"/>
            <ac:spMk id="6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21:42.389" v="1742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21:31.295" v="1741"/>
          <ac:spMkLst>
            <pc:docMk/>
            <pc:sldMk cId="0" sldId="265"/>
            <ac:spMk id="8" creationId="{00000000-0000-0000-0000-000000000000}"/>
          </ac:spMkLst>
        </pc:spChg>
        <pc:spChg chg="del mod">
          <ac:chgData name="Kristel Juglair" userId="e3e6a90a7d0137c2" providerId="LiveId" clId="{33AF6DED-2633-40C2-ADF2-1B7D0B660BC8}" dt="2025-12-23T17:15:46.775" v="782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Kristel Juglair" userId="e3e6a90a7d0137c2" providerId="LiveId" clId="{33AF6DED-2633-40C2-ADF2-1B7D0B660BC8}" dt="2025-12-23T17:15:49.547" v="783" actId="478"/>
          <ac:spMkLst>
            <pc:docMk/>
            <pc:sldMk cId="0" sldId="265"/>
            <ac:spMk id="10" creationId="{00000000-0000-0000-0000-000000000000}"/>
          </ac:spMkLst>
        </pc:spChg>
        <pc:grpChg chg="mod">
          <ac:chgData name="Kristel Juglair" userId="e3e6a90a7d0137c2" providerId="LiveId" clId="{33AF6DED-2633-40C2-ADF2-1B7D0B660BC8}" dt="2025-12-23T19:21:31.295" v="1741"/>
          <ac:grpSpMkLst>
            <pc:docMk/>
            <pc:sldMk cId="0" sldId="265"/>
            <ac:grpSpMk id="4" creationId="{00000000-0000-0000-0000-000000000000}"/>
          </ac:grpSpMkLst>
        </pc:grpChg>
        <pc:graphicFrameChg chg="add del mod">
          <ac:chgData name="Kristel Juglair" userId="e3e6a90a7d0137c2" providerId="LiveId" clId="{33AF6DED-2633-40C2-ADF2-1B7D0B660BC8}" dt="2025-12-23T13:21:04.432" v="50" actId="478"/>
          <ac:graphicFrameMkLst>
            <pc:docMk/>
            <pc:sldMk cId="0" sldId="265"/>
            <ac:graphicFrameMk id="13" creationId="{3F22A265-D989-63D8-50E5-7E617C9785F9}"/>
          </ac:graphicFrameMkLst>
        </pc:graphicFrameChg>
        <pc:graphicFrameChg chg="add del mod">
          <ac:chgData name="Kristel Juglair" userId="e3e6a90a7d0137c2" providerId="LiveId" clId="{33AF6DED-2633-40C2-ADF2-1B7D0B660BC8}" dt="2025-12-23T13:21:08.440" v="54" actId="478"/>
          <ac:graphicFrameMkLst>
            <pc:docMk/>
            <pc:sldMk cId="0" sldId="265"/>
            <ac:graphicFrameMk id="14" creationId="{3F22A265-D989-63D8-50E5-7E617C9785F9}"/>
          </ac:graphicFrameMkLst>
        </pc:graphicFrameChg>
      </pc:sldChg>
      <pc:sldChg chg="del modTransition">
        <pc:chgData name="Kristel Juglair" userId="e3e6a90a7d0137c2" providerId="LiveId" clId="{33AF6DED-2633-40C2-ADF2-1B7D0B660BC8}" dt="2025-12-23T19:33:32.171" v="2067" actId="47"/>
        <pc:sldMkLst>
          <pc:docMk/>
          <pc:sldMk cId="0" sldId="266"/>
        </pc:sldMkLst>
      </pc:sldChg>
      <pc:sldChg chg="addSp delSp modSp mod ord modTransition">
        <pc:chgData name="Kristel Juglair" userId="e3e6a90a7d0137c2" providerId="LiveId" clId="{33AF6DED-2633-40C2-ADF2-1B7D0B660BC8}" dt="2025-12-23T19:11:24.457" v="1688" actId="14100"/>
        <pc:sldMkLst>
          <pc:docMk/>
          <pc:sldMk cId="0" sldId="267"/>
        </pc:sldMkLst>
        <pc:spChg chg="del mod">
          <ac:chgData name="Kristel Juglair" userId="e3e6a90a7d0137c2" providerId="LiveId" clId="{33AF6DED-2633-40C2-ADF2-1B7D0B660BC8}" dt="2025-12-23T17:07:52.744" v="558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Kristel Juglair" userId="e3e6a90a7d0137c2" providerId="LiveId" clId="{33AF6DED-2633-40C2-ADF2-1B7D0B660BC8}" dt="2025-12-23T19:07:42.758" v="1641" actId="255"/>
          <ac:spMkLst>
            <pc:docMk/>
            <pc:sldMk cId="0" sldId="267"/>
            <ac:spMk id="5" creationId="{00000000-0000-0000-0000-000000000000}"/>
          </ac:spMkLst>
        </pc:spChg>
        <pc:spChg chg="add mod">
          <ac:chgData name="Kristel Juglair" userId="e3e6a90a7d0137c2" providerId="LiveId" clId="{33AF6DED-2633-40C2-ADF2-1B7D0B660BC8}" dt="2025-12-23T19:09:03.328" v="1650" actId="14100"/>
          <ac:spMkLst>
            <pc:docMk/>
            <pc:sldMk cId="0" sldId="267"/>
            <ac:spMk id="8" creationId="{01AB2489-4E92-5245-892A-5FBB8ED189C1}"/>
          </ac:spMkLst>
        </pc:spChg>
        <pc:graphicFrameChg chg="add del mod">
          <ac:chgData name="Kristel Juglair" userId="e3e6a90a7d0137c2" providerId="LiveId" clId="{33AF6DED-2633-40C2-ADF2-1B7D0B660BC8}" dt="2025-12-23T18:57:30.417" v="1407" actId="478"/>
          <ac:graphicFrameMkLst>
            <pc:docMk/>
            <pc:sldMk cId="0" sldId="267"/>
            <ac:graphicFrameMk id="9" creationId="{6E6D5E97-DF8C-A65B-F088-C3C16C36D431}"/>
          </ac:graphicFrameMkLst>
        </pc:graphicFrameChg>
        <pc:graphicFrameChg chg="add del mod">
          <ac:chgData name="Kristel Juglair" userId="e3e6a90a7d0137c2" providerId="LiveId" clId="{33AF6DED-2633-40C2-ADF2-1B7D0B660BC8}" dt="2025-12-23T19:00:45.416" v="1422" actId="478"/>
          <ac:graphicFrameMkLst>
            <pc:docMk/>
            <pc:sldMk cId="0" sldId="267"/>
            <ac:graphicFrameMk id="10" creationId="{6E6D5E97-DF8C-A65B-F088-C3C16C36D431}"/>
          </ac:graphicFrameMkLst>
        </pc:graphicFrameChg>
        <pc:graphicFrameChg chg="add del mod">
          <ac:chgData name="Kristel Juglair" userId="e3e6a90a7d0137c2" providerId="LiveId" clId="{33AF6DED-2633-40C2-ADF2-1B7D0B660BC8}" dt="2025-12-23T18:58:24.373" v="1415" actId="478"/>
          <ac:graphicFrameMkLst>
            <pc:docMk/>
            <pc:sldMk cId="0" sldId="267"/>
            <ac:graphicFrameMk id="11" creationId="{6E6D5E97-DF8C-A65B-F088-C3C16C36D431}"/>
          </ac:graphicFrameMkLst>
        </pc:graphicFrameChg>
        <pc:picChg chg="del">
          <ac:chgData name="Kristel Juglair" userId="e3e6a90a7d0137c2" providerId="LiveId" clId="{33AF6DED-2633-40C2-ADF2-1B7D0B660BC8}" dt="2025-12-23T18:55:07.732" v="1361" actId="478"/>
          <ac:picMkLst>
            <pc:docMk/>
            <pc:sldMk cId="0" sldId="267"/>
            <ac:picMk id="4" creationId="{00000000-0000-0000-0000-000000000000}"/>
          </ac:picMkLst>
        </pc:picChg>
        <pc:picChg chg="add mod">
          <ac:chgData name="Kristel Juglair" userId="e3e6a90a7d0137c2" providerId="LiveId" clId="{33AF6DED-2633-40C2-ADF2-1B7D0B660BC8}" dt="2025-12-23T19:11:24.457" v="1688" actId="14100"/>
          <ac:picMkLst>
            <pc:docMk/>
            <pc:sldMk cId="0" sldId="267"/>
            <ac:picMk id="13" creationId="{3950F596-1532-8021-0BDA-DCB665BFE85C}"/>
          </ac:picMkLst>
        </pc:picChg>
      </pc:sldChg>
      <pc:sldChg chg="del modTransition">
        <pc:chgData name="Kristel Juglair" userId="e3e6a90a7d0137c2" providerId="LiveId" clId="{33AF6DED-2633-40C2-ADF2-1B7D0B660BC8}" dt="2025-12-23T19:33:32.171" v="2067" actId="47"/>
        <pc:sldMkLst>
          <pc:docMk/>
          <pc:sldMk cId="0" sldId="268"/>
        </pc:sldMkLst>
      </pc:sldChg>
      <pc:sldChg chg="del modTransition">
        <pc:chgData name="Kristel Juglair" userId="e3e6a90a7d0137c2" providerId="LiveId" clId="{33AF6DED-2633-40C2-ADF2-1B7D0B660BC8}" dt="2025-12-23T19:31:19.348" v="1995" actId="47"/>
        <pc:sldMkLst>
          <pc:docMk/>
          <pc:sldMk cId="0" sldId="269"/>
        </pc:sldMkLst>
      </pc:sldChg>
      <pc:sldChg chg="del modTransition">
        <pc:chgData name="Kristel Juglair" userId="e3e6a90a7d0137c2" providerId="LiveId" clId="{33AF6DED-2633-40C2-ADF2-1B7D0B660BC8}" dt="2025-12-23T17:15:08.604" v="758" actId="47"/>
        <pc:sldMkLst>
          <pc:docMk/>
          <pc:sldMk cId="0" sldId="270"/>
        </pc:sldMkLst>
      </pc:sldChg>
      <pc:sldChg chg="addSp modSp new del ord">
        <pc:chgData name="Kristel Juglair" userId="e3e6a90a7d0137c2" providerId="LiveId" clId="{33AF6DED-2633-40C2-ADF2-1B7D0B660BC8}" dt="2025-12-23T19:33:34.904" v="2068" actId="47"/>
        <pc:sldMkLst>
          <pc:docMk/>
          <pc:sldMk cId="2582738572" sldId="271"/>
        </pc:sldMkLst>
        <pc:spChg chg="add mod">
          <ac:chgData name="Kristel Juglair" userId="e3e6a90a7d0137c2" providerId="LiveId" clId="{33AF6DED-2633-40C2-ADF2-1B7D0B660BC8}" dt="2025-12-23T15:08:33.463" v="64" actId="1076"/>
          <ac:spMkLst>
            <pc:docMk/>
            <pc:sldMk cId="2582738572" sldId="271"/>
            <ac:spMk id="2" creationId="{39E75C90-8343-4AEA-B6FB-B01DE854D135}"/>
          </ac:spMkLst>
        </pc:spChg>
      </pc:sldChg>
      <pc:sldChg chg="addSp delSp modSp add mod ord">
        <pc:chgData name="Kristel Juglair" userId="e3e6a90a7d0137c2" providerId="LiveId" clId="{33AF6DED-2633-40C2-ADF2-1B7D0B660BC8}" dt="2025-12-23T19:46:37.065" v="2229" actId="20577"/>
        <pc:sldMkLst>
          <pc:docMk/>
          <pc:sldMk cId="1318035134" sldId="272"/>
        </pc:sldMkLst>
        <pc:spChg chg="mod">
          <ac:chgData name="Kristel Juglair" userId="e3e6a90a7d0137c2" providerId="LiveId" clId="{33AF6DED-2633-40C2-ADF2-1B7D0B660BC8}" dt="2025-12-23T19:13:19.580" v="1730" actId="20577"/>
          <ac:spMkLst>
            <pc:docMk/>
            <pc:sldMk cId="1318035134" sldId="272"/>
            <ac:spMk id="6" creationId="{76CE8251-4A18-5F37-7488-2917607F8D7E}"/>
          </ac:spMkLst>
        </pc:spChg>
        <pc:spChg chg="mod">
          <ac:chgData name="Kristel Juglair" userId="e3e6a90a7d0137c2" providerId="LiveId" clId="{33AF6DED-2633-40C2-ADF2-1B7D0B660BC8}" dt="2025-12-23T19:46:37.065" v="2229" actId="20577"/>
          <ac:spMkLst>
            <pc:docMk/>
            <pc:sldMk cId="1318035134" sldId="272"/>
            <ac:spMk id="7" creationId="{EB50055C-8476-18DB-0C13-1DCCDF8DA52C}"/>
          </ac:spMkLst>
        </pc:spChg>
        <pc:graphicFrameChg chg="add mod">
          <ac:chgData name="Kristel Juglair" userId="e3e6a90a7d0137c2" providerId="LiveId" clId="{33AF6DED-2633-40C2-ADF2-1B7D0B660BC8}" dt="2025-12-23T19:14:33.085" v="1737" actId="255"/>
          <ac:graphicFrameMkLst>
            <pc:docMk/>
            <pc:sldMk cId="1318035134" sldId="272"/>
            <ac:graphicFrameMk id="5" creationId="{FE8E2475-A1D0-0C05-DF51-4E157BB958D0}"/>
          </ac:graphicFrameMkLst>
        </pc:graphicFrameChg>
        <pc:graphicFrameChg chg="del">
          <ac:chgData name="Kristel Juglair" userId="e3e6a90a7d0137c2" providerId="LiveId" clId="{33AF6DED-2633-40C2-ADF2-1B7D0B660BC8}" dt="2025-12-23T19:14:16.895" v="1731" actId="478"/>
          <ac:graphicFrameMkLst>
            <pc:docMk/>
            <pc:sldMk cId="1318035134" sldId="272"/>
            <ac:graphicFrameMk id="16" creationId="{B88594D7-F0CB-ED80-FFA9-C1042BCAA349}"/>
          </ac:graphicFrameMkLst>
        </pc:graphicFrameChg>
      </pc:sldChg>
      <pc:sldChg chg="add del">
        <pc:chgData name="Kristel Juglair" userId="e3e6a90a7d0137c2" providerId="LiveId" clId="{33AF6DED-2633-40C2-ADF2-1B7D0B660BC8}" dt="2025-12-23T17:06:33.764" v="506" actId="47"/>
        <pc:sldMkLst>
          <pc:docMk/>
          <pc:sldMk cId="1868386953" sldId="272"/>
        </pc:sldMkLst>
      </pc:sldChg>
      <pc:sldChg chg="add del">
        <pc:chgData name="Kristel Juglair" userId="e3e6a90a7d0137c2" providerId="LiveId" clId="{33AF6DED-2633-40C2-ADF2-1B7D0B660BC8}" dt="2025-12-23T17:14:19.008" v="746" actId="47"/>
        <pc:sldMkLst>
          <pc:docMk/>
          <pc:sldMk cId="1141734754" sldId="273"/>
        </pc:sldMkLst>
      </pc:sldChg>
      <pc:sldChg chg="addSp delSp modSp add mod ord">
        <pc:chgData name="Kristel Juglair" userId="e3e6a90a7d0137c2" providerId="LiveId" clId="{33AF6DED-2633-40C2-ADF2-1B7D0B660BC8}" dt="2025-12-23T19:48:09.563" v="2243" actId="20577"/>
        <pc:sldMkLst>
          <pc:docMk/>
          <pc:sldMk cId="1452487242" sldId="273"/>
        </pc:sldMkLst>
        <pc:spChg chg="mod">
          <ac:chgData name="Kristel Juglair" userId="e3e6a90a7d0137c2" providerId="LiveId" clId="{33AF6DED-2633-40C2-ADF2-1B7D0B660BC8}" dt="2025-12-23T19:48:09.563" v="2243" actId="20577"/>
          <ac:spMkLst>
            <pc:docMk/>
            <pc:sldMk cId="1452487242" sldId="273"/>
            <ac:spMk id="5" creationId="{739D5537-1939-4F5B-ED93-733B9E0F12BB}"/>
          </ac:spMkLst>
        </pc:spChg>
        <pc:spChg chg="mod">
          <ac:chgData name="Kristel Juglair" userId="e3e6a90a7d0137c2" providerId="LiveId" clId="{33AF6DED-2633-40C2-ADF2-1B7D0B660BC8}" dt="2025-12-23T19:24:08.250" v="1854" actId="20577"/>
          <ac:spMkLst>
            <pc:docMk/>
            <pc:sldMk cId="1452487242" sldId="273"/>
            <ac:spMk id="8" creationId="{8659AE72-CAEF-50B8-628D-99BA41873925}"/>
          </ac:spMkLst>
        </pc:spChg>
        <pc:graphicFrameChg chg="add mod">
          <ac:chgData name="Kristel Juglair" userId="e3e6a90a7d0137c2" providerId="LiveId" clId="{33AF6DED-2633-40C2-ADF2-1B7D0B660BC8}" dt="2025-12-23T19:24:59.605" v="1863" actId="255"/>
          <ac:graphicFrameMkLst>
            <pc:docMk/>
            <pc:sldMk cId="1452487242" sldId="273"/>
            <ac:graphicFrameMk id="3" creationId="{9E9B9226-AA44-65B7-3AD2-E8DCF607F0AB}"/>
          </ac:graphicFrameMkLst>
        </pc:graphicFrameChg>
        <pc:picChg chg="del">
          <ac:chgData name="Kristel Juglair" userId="e3e6a90a7d0137c2" providerId="LiveId" clId="{33AF6DED-2633-40C2-ADF2-1B7D0B660BC8}" dt="2025-12-23T19:24:45.031" v="1858" actId="478"/>
          <ac:picMkLst>
            <pc:docMk/>
            <pc:sldMk cId="1452487242" sldId="273"/>
            <ac:picMk id="13" creationId="{D201CD3C-5304-9AE5-CD81-E715D2CD8749}"/>
          </ac:picMkLst>
        </pc:picChg>
      </pc:sldChg>
      <pc:sldChg chg="add del ord">
        <pc:chgData name="Kristel Juglair" userId="e3e6a90a7d0137c2" providerId="LiveId" clId="{33AF6DED-2633-40C2-ADF2-1B7D0B660BC8}" dt="2025-12-23T17:15:18.878" v="759" actId="47"/>
        <pc:sldMkLst>
          <pc:docMk/>
          <pc:sldMk cId="1703049283" sldId="274"/>
        </pc:sldMkLst>
      </pc:sldChg>
      <pc:sldChg chg="modSp add mod">
        <pc:chgData name="Kristel Juglair" userId="e3e6a90a7d0137c2" providerId="LiveId" clId="{33AF6DED-2633-40C2-ADF2-1B7D0B660BC8}" dt="2025-12-23T19:53:30.423" v="2385" actId="113"/>
        <pc:sldMkLst>
          <pc:docMk/>
          <pc:sldMk cId="2691983338" sldId="274"/>
        </pc:sldMkLst>
        <pc:spChg chg="mod">
          <ac:chgData name="Kristel Juglair" userId="e3e6a90a7d0137c2" providerId="LiveId" clId="{33AF6DED-2633-40C2-ADF2-1B7D0B660BC8}" dt="2025-12-23T19:51:51.323" v="2335" actId="1038"/>
          <ac:spMkLst>
            <pc:docMk/>
            <pc:sldMk cId="2691983338" sldId="274"/>
            <ac:spMk id="4" creationId="{B5E6B851-5066-00AB-5CDC-43E3FE6F9E22}"/>
          </ac:spMkLst>
        </pc:spChg>
        <pc:spChg chg="mod">
          <ac:chgData name="Kristel Juglair" userId="e3e6a90a7d0137c2" providerId="LiveId" clId="{33AF6DED-2633-40C2-ADF2-1B7D0B660BC8}" dt="2025-12-23T19:53:30.423" v="2385" actId="113"/>
          <ac:spMkLst>
            <pc:docMk/>
            <pc:sldMk cId="2691983338" sldId="274"/>
            <ac:spMk id="6" creationId="{317F2B1D-FF1B-AA16-6026-950B4ADF21A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3e6a90a7d0137c2/Desktop/ds/bcgx-campaigns-performance-analysis/analysis/campaigns-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3e6a90a7d0137c2/Desktop/ds/bcgx-campaigns-performance-analysis/analysis/campaigns-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3e6a90a7d0137c2/Desktop/ds/bcgx-campaigns-performance-analysis/analysis/campaigns-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3e6a90a7d0137c2/Desktop/ds/bcgx-campaigns-performance-analysis/analysis/campaigns-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[campaigns-analysis.xlsx]total_sales_by_channel!PivotTable5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Channel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circle"/>
          <c:size val="5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total_sales_by_channel!$B$3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9AC-458C-A194-BA665472B82E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9AC-458C-A194-BA665472B82E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9AC-458C-A194-BA665472B82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total_sales_by_channel!$A$4:$A$7</c:f>
              <c:strCache>
                <c:ptCount val="3"/>
                <c:pt idx="0">
                  <c:v>Email</c:v>
                </c:pt>
                <c:pt idx="1">
                  <c:v>Instagram</c:v>
                </c:pt>
                <c:pt idx="2">
                  <c:v>Web Banner</c:v>
                </c:pt>
              </c:strCache>
            </c:strRef>
          </c:cat>
          <c:val>
            <c:numRef>
              <c:f>total_sales_by_channel!$B$4:$B$7</c:f>
              <c:numCache>
                <c:formatCode>General</c:formatCode>
                <c:ptCount val="3"/>
                <c:pt idx="0">
                  <c:v>7909.3100000000049</c:v>
                </c:pt>
                <c:pt idx="1">
                  <c:v>3873.4100000000003</c:v>
                </c:pt>
                <c:pt idx="2">
                  <c:v>2876.8800000000006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22-4AE9-ABEE-641635605408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[campaigns-analysis.xlsx]channel_and_campaigns_performan!PivotTable2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New 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channel_and_campaigns_performan!$B$3:$B$4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channel_and_campaigns_performan!$A$5:$A$8</c:f>
              <c:strCache>
                <c:ptCount val="3"/>
                <c:pt idx="0">
                  <c:v>Email</c:v>
                </c:pt>
                <c:pt idx="1">
                  <c:v>Instagram</c:v>
                </c:pt>
                <c:pt idx="2">
                  <c:v>Web Banner</c:v>
                </c:pt>
              </c:strCache>
            </c:strRef>
          </c:cat>
          <c:val>
            <c:numRef>
              <c:f>channel_and_campaigns_performan!$B$5:$B$8</c:f>
              <c:numCache>
                <c:formatCode>General</c:formatCode>
                <c:ptCount val="3"/>
                <c:pt idx="0">
                  <c:v>827.9</c:v>
                </c:pt>
                <c:pt idx="1">
                  <c:v>1193.44</c:v>
                </c:pt>
                <c:pt idx="2">
                  <c:v>121.22999999999999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8E-45AD-86ED-CFF5C8015DCE}"/>
            </c:ext>
          </c:extLst>
        </c:ser>
        <c:ser>
          <c:idx val="1"/>
          <c:order val="1"/>
          <c:tx>
            <c:strRef>
              <c:f>channel_and_campaigns_performan!$C$3:$C$4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channel_and_campaigns_performan!$A$5:$A$8</c:f>
              <c:strCache>
                <c:ptCount val="3"/>
                <c:pt idx="0">
                  <c:v>Email</c:v>
                </c:pt>
                <c:pt idx="1">
                  <c:v>Instagram</c:v>
                </c:pt>
                <c:pt idx="2">
                  <c:v>Web Banner</c:v>
                </c:pt>
              </c:strCache>
            </c:strRef>
          </c:cat>
          <c:val>
            <c:numRef>
              <c:f>channel_and_campaigns_performan!$C$5:$C$8</c:f>
              <c:numCache>
                <c:formatCode>General</c:formatCode>
                <c:ptCount val="3"/>
                <c:pt idx="0">
                  <c:v>3574.5600000000004</c:v>
                </c:pt>
                <c:pt idx="1">
                  <c:v>1294.3700000000003</c:v>
                </c:pt>
                <c:pt idx="2">
                  <c:v>1803.6700000000003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8E-45AD-86ED-CFF5C8015DC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17776367"/>
        <c:axId val="517785007"/>
      </c:barChart>
      <c:catAx>
        <c:axId val="517776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7785007"/>
        <c:crosses val="autoZero"/>
        <c:auto val="1"/>
        <c:lblAlgn val="ctr"/>
        <c:lblOffset val="100"/>
        <c:noMultiLvlLbl val="0"/>
      </c:catAx>
      <c:valAx>
        <c:axId val="5177850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77763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[campaigns-analysis.xlsx]total_sales_by_campaign!PivotTable4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Total sales by campaigns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circle"/>
          <c:size val="5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total_sales_by_campaign!$B$3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BB4-48D4-8EB4-B5DE96E1678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BB4-48D4-8EB4-B5DE96E1678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total_sales_by_campaign!$A$4:$A$6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total_sales_by_campaign!$B$4:$B$6</c:f>
              <c:numCache>
                <c:formatCode>General</c:formatCode>
                <c:ptCount val="2"/>
                <c:pt idx="0">
                  <c:v>5869.5600000000031</c:v>
                </c:pt>
                <c:pt idx="1">
                  <c:v>8790.0400000000045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56-4B0B-9164-844D4E72F812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[campaigns-analysis.xlsx]time_interactions!PivotTable1</c:name>
    <c:fmtId val="5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Interaction time non-converted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time_interactions!$B$3</c:f>
              <c:strCache>
                <c:ptCount val="1"/>
                <c:pt idx="0">
                  <c:v>Sum of Time on Site (seconds)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time_interactions!$A$4:$A$7</c:f>
              <c:strCache>
                <c:ptCount val="3"/>
                <c:pt idx="0">
                  <c:v>Email</c:v>
                </c:pt>
                <c:pt idx="1">
                  <c:v>Instagram</c:v>
                </c:pt>
                <c:pt idx="2">
                  <c:v>Web Banner</c:v>
                </c:pt>
              </c:strCache>
            </c:strRef>
          </c:cat>
          <c:val>
            <c:numRef>
              <c:f>time_interactions!$B$4:$B$7</c:f>
              <c:numCache>
                <c:formatCode>General</c:formatCode>
                <c:ptCount val="3"/>
                <c:pt idx="0">
                  <c:v>3762.0800000000004</c:v>
                </c:pt>
                <c:pt idx="1">
                  <c:v>3733.6600000000003</c:v>
                </c:pt>
                <c:pt idx="2">
                  <c:v>3576.4100000000008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31-456B-ACAE-009170991ED2}"/>
            </c:ext>
          </c:extLst>
        </c:ser>
        <c:ser>
          <c:idx val="1"/>
          <c:order val="1"/>
          <c:tx>
            <c:strRef>
              <c:f>time_interactions!$C$3</c:f>
              <c:strCache>
                <c:ptCount val="1"/>
                <c:pt idx="0">
                  <c:v>Count of Converted (1=yes, 0=no)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time_interactions!$A$4:$A$7</c:f>
              <c:strCache>
                <c:ptCount val="3"/>
                <c:pt idx="0">
                  <c:v>Email</c:v>
                </c:pt>
                <c:pt idx="1">
                  <c:v>Instagram</c:v>
                </c:pt>
                <c:pt idx="2">
                  <c:v>Web Banner</c:v>
                </c:pt>
              </c:strCache>
            </c:strRef>
          </c:cat>
          <c:val>
            <c:numRef>
              <c:f>time_interactions!$C$4:$C$7</c:f>
              <c:numCache>
                <c:formatCode>General</c:formatCode>
                <c:ptCount val="3"/>
                <c:pt idx="0">
                  <c:v>92</c:v>
                </c:pt>
                <c:pt idx="1">
                  <c:v>83</c:v>
                </c:pt>
                <c:pt idx="2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31-456B-ACAE-009170991E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12933376"/>
        <c:axId val="912945376"/>
      </c:barChart>
      <c:catAx>
        <c:axId val="912933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2945376"/>
        <c:crosses val="autoZero"/>
        <c:auto val="1"/>
        <c:lblAlgn val="ctr"/>
        <c:lblOffset val="100"/>
        <c:noMultiLvlLbl val="0"/>
      </c:catAx>
      <c:valAx>
        <c:axId val="912945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2933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23474-6BDF-4BC5-852D-FC130AC3CC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C4DE9-68C9-437C-899B-B82D9D5A9F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70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F658-0F27-46CF-ACEA-534379E8ED81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6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6B5C-A2B6-47E2-B557-5CD740EF00CA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8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E20A-3D7C-4C28-88EA-611A932EE938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256E4-5ED2-4CA8-91F4-21212BD4E6C2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32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8A824-53D2-40C1-9537-57735FA7D013}" type="datetime1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2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FCC1-16D4-4C69-9C32-DEB9A5FF4637}" type="datetime1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91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885EB-3DB6-4121-9B30-5BBF3F4D6A96}" type="datetime1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42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81A6B-7591-4E4F-AC8B-11E2F7CBB1F3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2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37E12-763A-44E6-B971-340C90BB7D02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8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6394-5274-4FC7-A7CA-73F16395EC28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05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DBC8-57E4-48E7-AC66-01FE42156351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76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C3C2E-395F-4127-A9E1-1BD03787B3AF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11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hyperlink" Target="https://www.theforage.com/simulations/bcg/data-for-decision-makers-tod0?reloade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56" t="-1359" r="-14256" b="-1359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687309" y="2155340"/>
            <a:ext cx="14913382" cy="5976319"/>
            <a:chOff x="0" y="0"/>
            <a:chExt cx="21979117" cy="88078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79117" cy="8807809"/>
            </a:xfrm>
            <a:custGeom>
              <a:avLst/>
              <a:gdLst/>
              <a:ahLst/>
              <a:cxnLst/>
              <a:rect l="l" t="t" r="r" b="b"/>
              <a:pathLst>
                <a:path w="21979117" h="8807809">
                  <a:moveTo>
                    <a:pt x="0" y="0"/>
                  </a:moveTo>
                  <a:lnTo>
                    <a:pt x="0" y="8807809"/>
                  </a:lnTo>
                  <a:lnTo>
                    <a:pt x="21979117" y="8807809"/>
                  </a:lnTo>
                  <a:lnTo>
                    <a:pt x="21979117" y="0"/>
                  </a:lnTo>
                  <a:lnTo>
                    <a:pt x="0" y="0"/>
                  </a:lnTo>
                  <a:close/>
                  <a:moveTo>
                    <a:pt x="21918157" y="8746848"/>
                  </a:moveTo>
                  <a:lnTo>
                    <a:pt x="59690" y="8746848"/>
                  </a:lnTo>
                  <a:lnTo>
                    <a:pt x="59690" y="59690"/>
                  </a:lnTo>
                  <a:lnTo>
                    <a:pt x="21918157" y="59690"/>
                  </a:lnTo>
                  <a:lnTo>
                    <a:pt x="21918157" y="874684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Freeform 5"/>
          <p:cNvSpPr/>
          <p:nvPr/>
        </p:nvSpPr>
        <p:spPr>
          <a:xfrm>
            <a:off x="4084072" y="-77863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9047169" y="-329847"/>
            <a:ext cx="193662" cy="503969"/>
          </a:xfrm>
          <a:custGeom>
            <a:avLst/>
            <a:gdLst/>
            <a:ahLst/>
            <a:cxnLst/>
            <a:rect l="l" t="t" r="r" b="b"/>
            <a:pathLst>
              <a:path w="193662" h="503969">
                <a:moveTo>
                  <a:pt x="0" y="0"/>
                </a:moveTo>
                <a:lnTo>
                  <a:pt x="193662" y="0"/>
                </a:lnTo>
                <a:lnTo>
                  <a:pt x="193662" y="503969"/>
                </a:lnTo>
                <a:lnTo>
                  <a:pt x="0" y="5039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429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4010266" y="-77863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rot="-10800000">
            <a:off x="14010266" y="9140561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-10800000">
            <a:off x="9047169" y="10112878"/>
            <a:ext cx="193662" cy="503969"/>
          </a:xfrm>
          <a:custGeom>
            <a:avLst/>
            <a:gdLst/>
            <a:ahLst/>
            <a:cxnLst/>
            <a:rect l="l" t="t" r="r" b="b"/>
            <a:pathLst>
              <a:path w="193662" h="503969">
                <a:moveTo>
                  <a:pt x="0" y="0"/>
                </a:moveTo>
                <a:lnTo>
                  <a:pt x="193662" y="0"/>
                </a:lnTo>
                <a:lnTo>
                  <a:pt x="193662" y="503969"/>
                </a:lnTo>
                <a:lnTo>
                  <a:pt x="0" y="5039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429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 rot="-10800000">
            <a:off x="4084072" y="9140561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 rot="2010572">
            <a:off x="5194605" y="1194105"/>
            <a:ext cx="7898791" cy="7898791"/>
          </a:xfrm>
          <a:custGeom>
            <a:avLst/>
            <a:gdLst/>
            <a:ahLst/>
            <a:cxnLst/>
            <a:rect l="l" t="t" r="r" b="b"/>
            <a:pathLst>
              <a:path w="7898791" h="7898791">
                <a:moveTo>
                  <a:pt x="0" y="0"/>
                </a:moveTo>
                <a:lnTo>
                  <a:pt x="7898790" y="0"/>
                </a:lnTo>
                <a:lnTo>
                  <a:pt x="7898790" y="7898790"/>
                </a:lnTo>
                <a:lnTo>
                  <a:pt x="0" y="78987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716107" y="3966024"/>
            <a:ext cx="312593" cy="2354953"/>
          </a:xfrm>
          <a:custGeom>
            <a:avLst/>
            <a:gdLst/>
            <a:ahLst/>
            <a:cxnLst/>
            <a:rect l="l" t="t" r="r" b="b"/>
            <a:pathLst>
              <a:path w="312593" h="2354953">
                <a:moveTo>
                  <a:pt x="0" y="0"/>
                </a:moveTo>
                <a:lnTo>
                  <a:pt x="312593" y="0"/>
                </a:lnTo>
                <a:lnTo>
                  <a:pt x="312593" y="2354952"/>
                </a:lnTo>
                <a:lnTo>
                  <a:pt x="0" y="2354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7100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17259300" y="3966024"/>
            <a:ext cx="312593" cy="2354953"/>
          </a:xfrm>
          <a:custGeom>
            <a:avLst/>
            <a:gdLst/>
            <a:ahLst/>
            <a:cxnLst/>
            <a:rect l="l" t="t" r="r" b="b"/>
            <a:pathLst>
              <a:path w="312593" h="2354953">
                <a:moveTo>
                  <a:pt x="0" y="0"/>
                </a:moveTo>
                <a:lnTo>
                  <a:pt x="312593" y="0"/>
                </a:lnTo>
                <a:lnTo>
                  <a:pt x="312593" y="2354952"/>
                </a:lnTo>
                <a:lnTo>
                  <a:pt x="0" y="2354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710066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4" name="Group 14"/>
          <p:cNvGrpSpPr/>
          <p:nvPr/>
        </p:nvGrpSpPr>
        <p:grpSpPr>
          <a:xfrm>
            <a:off x="2056036" y="2400300"/>
            <a:ext cx="14175928" cy="5363289"/>
            <a:chOff x="0" y="259577"/>
            <a:chExt cx="18901237" cy="715105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259577"/>
              <a:ext cx="18901237" cy="49574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121"/>
                </a:lnSpc>
              </a:pPr>
              <a:r>
                <a:rPr lang="en-US" sz="9000" b="1" dirty="0">
                  <a:solidFill>
                    <a:srgbClr val="FFFFFF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Marketing Campaign Performance Analysis</a:t>
              </a:r>
            </a:p>
            <a:p>
              <a:pPr algn="ctr">
                <a:lnSpc>
                  <a:spcPts val="10121"/>
                </a:lnSpc>
              </a:pPr>
              <a:r>
                <a:rPr lang="en-US" sz="5000" b="1" dirty="0" err="1">
                  <a:solidFill>
                    <a:srgbClr val="FFFFFF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NewCo</a:t>
              </a:r>
              <a:r>
                <a:rPr lang="en-US" sz="5000" b="1" dirty="0">
                  <a:solidFill>
                    <a:srgbClr val="FFFFFF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 Campaign Review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47911" y="5930822"/>
              <a:ext cx="6347200" cy="14798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 dirty="0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Juglair Kristel Claire</a:t>
              </a:r>
            </a:p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2500" b="1" dirty="0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December 2025</a:t>
              </a:r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761E190-8B87-DB8D-AB42-E559F979E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84556" y="3685623"/>
            <a:ext cx="3021506" cy="2915754"/>
          </a:xfrm>
          <a:custGeom>
            <a:avLst/>
            <a:gdLst/>
            <a:ahLst/>
            <a:cxnLst/>
            <a:rect l="l" t="t" r="r" b="b"/>
            <a:pathLst>
              <a:path w="3021506" h="2915754">
                <a:moveTo>
                  <a:pt x="0" y="0"/>
                </a:moveTo>
                <a:lnTo>
                  <a:pt x="3021506" y="0"/>
                </a:lnTo>
                <a:lnTo>
                  <a:pt x="3021506" y="2915754"/>
                </a:lnTo>
                <a:lnTo>
                  <a:pt x="0" y="2915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68010" y="4675041"/>
            <a:ext cx="4599387" cy="94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92"/>
              </a:lnSpc>
            </a:pPr>
            <a:r>
              <a:rPr lang="en-US" sz="6243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Agenda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98449" y="4261046"/>
            <a:ext cx="4104996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5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1. Situation &amp; Objectives</a:t>
            </a:r>
          </a:p>
          <a:p>
            <a:pPr algn="l">
              <a:lnSpc>
                <a:spcPts val="2849"/>
              </a:lnSpc>
            </a:pPr>
            <a:r>
              <a:rPr lang="en-US" sz="25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2. Key Findings</a:t>
            </a:r>
          </a:p>
          <a:p>
            <a:pPr algn="l">
              <a:lnSpc>
                <a:spcPts val="2849"/>
              </a:lnSpc>
            </a:pPr>
            <a:r>
              <a:rPr lang="en-US" sz="25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3. Deep Dive</a:t>
            </a:r>
          </a:p>
          <a:p>
            <a:pPr algn="l">
              <a:lnSpc>
                <a:spcPts val="2849"/>
              </a:lnSpc>
            </a:pPr>
            <a:r>
              <a:rPr lang="en-US" sz="25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4. Recommendations</a:t>
            </a:r>
          </a:p>
          <a:p>
            <a:pPr algn="l">
              <a:lnSpc>
                <a:spcPts val="2849"/>
              </a:lnSpc>
            </a:pPr>
            <a:r>
              <a:rPr lang="en-US" sz="25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5. Appendix</a:t>
            </a:r>
          </a:p>
        </p:txBody>
      </p:sp>
      <p:sp>
        <p:nvSpPr>
          <p:cNvPr id="5" name="Freeform 5"/>
          <p:cNvSpPr/>
          <p:nvPr/>
        </p:nvSpPr>
        <p:spPr>
          <a:xfrm>
            <a:off x="95250" y="95250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5660543" y="7836797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15EA1-8470-FA11-132D-9986E68D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21704" r="-4066" b="-527"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3" name="Group 3"/>
          <p:cNvGrpSpPr/>
          <p:nvPr/>
        </p:nvGrpSpPr>
        <p:grpSpPr>
          <a:xfrm>
            <a:off x="1028700" y="2155340"/>
            <a:ext cx="16230600" cy="7102960"/>
            <a:chOff x="0" y="0"/>
            <a:chExt cx="23920412" cy="1046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920413" cy="10468234"/>
            </a:xfrm>
            <a:custGeom>
              <a:avLst/>
              <a:gdLst/>
              <a:ahLst/>
              <a:cxnLst/>
              <a:rect l="l" t="t" r="r" b="b"/>
              <a:pathLst>
                <a:path w="23920413" h="10468234">
                  <a:moveTo>
                    <a:pt x="0" y="0"/>
                  </a:moveTo>
                  <a:lnTo>
                    <a:pt x="0" y="10468234"/>
                  </a:lnTo>
                  <a:lnTo>
                    <a:pt x="23920413" y="10468234"/>
                  </a:lnTo>
                  <a:lnTo>
                    <a:pt x="23920413" y="0"/>
                  </a:lnTo>
                  <a:lnTo>
                    <a:pt x="0" y="0"/>
                  </a:lnTo>
                  <a:close/>
                  <a:moveTo>
                    <a:pt x="23859452" y="10407274"/>
                  </a:moveTo>
                  <a:lnTo>
                    <a:pt x="59690" y="10407274"/>
                  </a:lnTo>
                  <a:lnTo>
                    <a:pt x="59690" y="59690"/>
                  </a:lnTo>
                  <a:lnTo>
                    <a:pt x="23859452" y="59690"/>
                  </a:lnTo>
                  <a:lnTo>
                    <a:pt x="23859452" y="10407274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71114" y="5671101"/>
            <a:ext cx="3695972" cy="3343322"/>
            <a:chOff x="0" y="-47625"/>
            <a:chExt cx="4927962" cy="4457765"/>
          </a:xfrm>
        </p:grpSpPr>
        <p:sp>
          <p:nvSpPr>
            <p:cNvPr id="6" name="TextBox 6"/>
            <p:cNvSpPr txBox="1"/>
            <p:nvPr/>
          </p:nvSpPr>
          <p:spPr>
            <a:xfrm>
              <a:off x="0" y="741954"/>
              <a:ext cx="4927962" cy="36681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>
                <a:lnSpc>
                  <a:spcPts val="26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GB" sz="2000" dirty="0" err="1">
                  <a:latin typeface="Calibri "/>
                </a:rPr>
                <a:t>NewCo</a:t>
              </a:r>
              <a:r>
                <a:rPr lang="en-GB" sz="2000" dirty="0">
                  <a:latin typeface="Calibri "/>
                </a:rPr>
                <a:t> runs two campaign versions:</a:t>
              </a:r>
            </a:p>
            <a:p>
              <a:pPr marL="800100" lvl="1" indent="-342900">
                <a:lnSpc>
                  <a:spcPts val="26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GB" sz="2000" b="1" dirty="0">
                  <a:latin typeface="Calibri "/>
                </a:rPr>
                <a:t>Campaign A</a:t>
              </a:r>
              <a:r>
                <a:rPr lang="en-GB" sz="2000" dirty="0">
                  <a:latin typeface="Calibri "/>
                </a:rPr>
                <a:t>: Friendly, informal tone</a:t>
              </a:r>
            </a:p>
            <a:p>
              <a:pPr marL="800100" lvl="1" indent="-342900">
                <a:lnSpc>
                  <a:spcPts val="26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GB" sz="2000" b="1" dirty="0">
                  <a:latin typeface="Calibri "/>
                </a:rPr>
                <a:t>Campaign B</a:t>
              </a:r>
              <a:r>
                <a:rPr lang="en-GB" sz="2000" dirty="0">
                  <a:latin typeface="Calibri "/>
                </a:rPr>
                <a:t>: Professional, sales-oriented tone</a:t>
              </a:r>
            </a:p>
            <a:p>
              <a:pPr marL="342900" indent="-342900">
                <a:lnSpc>
                  <a:spcPts val="26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GB" sz="2000" dirty="0">
                  <a:latin typeface="Calibri "/>
                </a:rPr>
                <a:t>Distributed across Email, Instagram, Web Banner</a:t>
              </a:r>
              <a:endParaRPr lang="en-US" sz="2000" dirty="0">
                <a:solidFill>
                  <a:srgbClr val="000000"/>
                </a:solidFill>
                <a:latin typeface="Calibri 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27962" cy="535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CONTEXT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8415861">
            <a:off x="5396950" y="-3000640"/>
            <a:ext cx="7494101" cy="7494101"/>
          </a:xfrm>
          <a:custGeom>
            <a:avLst/>
            <a:gdLst/>
            <a:ahLst/>
            <a:cxnLst/>
            <a:rect l="l" t="t" r="r" b="b"/>
            <a:pathLst>
              <a:path w="7494101" h="7494101">
                <a:moveTo>
                  <a:pt x="0" y="0"/>
                </a:moveTo>
                <a:lnTo>
                  <a:pt x="7494100" y="0"/>
                </a:lnTo>
                <a:lnTo>
                  <a:pt x="7494100" y="7494101"/>
                </a:lnTo>
                <a:lnTo>
                  <a:pt x="0" y="7494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3383653" y="1549895"/>
            <a:ext cx="1240988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1" dirty="0">
                <a:solidFill>
                  <a:srgbClr val="FFFFFF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1. Situation &amp; Objectives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296014" y="5671101"/>
            <a:ext cx="3695972" cy="2296178"/>
            <a:chOff x="0" y="-47625"/>
            <a:chExt cx="4927962" cy="306156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741954"/>
              <a:ext cx="4927962" cy="2271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>
                <a:lnSpc>
                  <a:spcPts val="26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GB" sz="2000" dirty="0"/>
                <a:t>Identify the best campaign-channel combinations</a:t>
              </a:r>
            </a:p>
            <a:p>
              <a:pPr marL="342900" indent="-342900">
                <a:lnSpc>
                  <a:spcPts val="26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GB" sz="2000" dirty="0"/>
                <a:t>Examine customer engagement (sales and time)</a:t>
              </a:r>
            </a:p>
            <a:p>
              <a:pPr>
                <a:lnSpc>
                  <a:spcPts val="2659"/>
                </a:lnSpc>
                <a:spcBef>
                  <a:spcPct val="0"/>
                </a:spcBef>
              </a:pPr>
              <a:endParaRPr lang="en-US" sz="1899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927962" cy="535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OBJECTIVES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420914" y="5671101"/>
            <a:ext cx="3695972" cy="1958327"/>
            <a:chOff x="0" y="-47625"/>
            <a:chExt cx="4927962" cy="2611104"/>
          </a:xfrm>
        </p:grpSpPr>
        <p:sp>
          <p:nvSpPr>
            <p:cNvPr id="14" name="TextBox 14"/>
            <p:cNvSpPr txBox="1"/>
            <p:nvPr/>
          </p:nvSpPr>
          <p:spPr>
            <a:xfrm>
              <a:off x="0" y="741954"/>
              <a:ext cx="4927962" cy="1821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>
                <a:lnSpc>
                  <a:spcPts val="26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GB" sz="2000" dirty="0"/>
                <a:t>Hypothesis-driven analysis using Excel pivot tables</a:t>
              </a:r>
            </a:p>
            <a:p>
              <a:pPr marL="342900" indent="-342900">
                <a:lnSpc>
                  <a:spcPts val="26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GB" sz="2000" dirty="0">
                  <a:solidFill>
                    <a:srgbClr val="000000"/>
                  </a:solidFill>
                  <a:ea typeface="Libre Franklin"/>
                  <a:cs typeface="Libre Franklin"/>
                  <a:sym typeface="Libre Franklin"/>
                </a:rPr>
                <a:t>From business questions to actionable insights</a:t>
              </a:r>
              <a:endParaRPr lang="en-US" sz="1899" dirty="0">
                <a:solidFill>
                  <a:srgbClr val="000000"/>
                </a:solidFill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927962" cy="535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APPROACH</a:t>
              </a:r>
            </a:p>
          </p:txBody>
        </p:sp>
      </p:grpSp>
      <p:sp>
        <p:nvSpPr>
          <p:cNvPr id="16" name="Freeform 16"/>
          <p:cNvSpPr/>
          <p:nvPr/>
        </p:nvSpPr>
        <p:spPr>
          <a:xfrm rot="-5400000">
            <a:off x="15925527" y="-148776"/>
            <a:ext cx="312593" cy="2354953"/>
          </a:xfrm>
          <a:custGeom>
            <a:avLst/>
            <a:gdLst/>
            <a:ahLst/>
            <a:cxnLst/>
            <a:rect l="l" t="t" r="r" b="b"/>
            <a:pathLst>
              <a:path w="312593" h="2354953">
                <a:moveTo>
                  <a:pt x="0" y="0"/>
                </a:moveTo>
                <a:lnTo>
                  <a:pt x="312593" y="0"/>
                </a:lnTo>
                <a:lnTo>
                  <a:pt x="312593" y="2354952"/>
                </a:lnTo>
                <a:lnTo>
                  <a:pt x="0" y="2354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7100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7" name="Freeform 17"/>
          <p:cNvSpPr/>
          <p:nvPr/>
        </p:nvSpPr>
        <p:spPr>
          <a:xfrm rot="-5400000">
            <a:off x="2049880" y="-148776"/>
            <a:ext cx="312593" cy="2354953"/>
          </a:xfrm>
          <a:custGeom>
            <a:avLst/>
            <a:gdLst/>
            <a:ahLst/>
            <a:cxnLst/>
            <a:rect l="l" t="t" r="r" b="b"/>
            <a:pathLst>
              <a:path w="312593" h="2354953">
                <a:moveTo>
                  <a:pt x="0" y="0"/>
                </a:moveTo>
                <a:lnTo>
                  <a:pt x="312593" y="0"/>
                </a:lnTo>
                <a:lnTo>
                  <a:pt x="312593" y="2354952"/>
                </a:lnTo>
                <a:lnTo>
                  <a:pt x="0" y="2354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7100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Freeform 18"/>
          <p:cNvSpPr/>
          <p:nvPr/>
        </p:nvSpPr>
        <p:spPr>
          <a:xfrm>
            <a:off x="4237492" y="776716"/>
            <a:ext cx="193662" cy="503969"/>
          </a:xfrm>
          <a:custGeom>
            <a:avLst/>
            <a:gdLst/>
            <a:ahLst/>
            <a:cxnLst/>
            <a:rect l="l" t="t" r="r" b="b"/>
            <a:pathLst>
              <a:path w="193662" h="503969">
                <a:moveTo>
                  <a:pt x="0" y="0"/>
                </a:moveTo>
                <a:lnTo>
                  <a:pt x="193662" y="0"/>
                </a:lnTo>
                <a:lnTo>
                  <a:pt x="193662" y="503968"/>
                </a:lnTo>
                <a:lnTo>
                  <a:pt x="0" y="5039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429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9" name="Freeform 19"/>
          <p:cNvSpPr/>
          <p:nvPr/>
        </p:nvSpPr>
        <p:spPr>
          <a:xfrm>
            <a:off x="13760015" y="776716"/>
            <a:ext cx="193662" cy="503969"/>
          </a:xfrm>
          <a:custGeom>
            <a:avLst/>
            <a:gdLst/>
            <a:ahLst/>
            <a:cxnLst/>
            <a:rect l="l" t="t" r="r" b="b"/>
            <a:pathLst>
              <a:path w="193662" h="503969">
                <a:moveTo>
                  <a:pt x="0" y="0"/>
                </a:moveTo>
                <a:lnTo>
                  <a:pt x="193662" y="0"/>
                </a:lnTo>
                <a:lnTo>
                  <a:pt x="193662" y="503968"/>
                </a:lnTo>
                <a:lnTo>
                  <a:pt x="0" y="5039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429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Freeform 20"/>
          <p:cNvSpPr/>
          <p:nvPr/>
        </p:nvSpPr>
        <p:spPr>
          <a:xfrm rot="-10800000">
            <a:off x="9047169" y="-116641"/>
            <a:ext cx="193662" cy="503969"/>
          </a:xfrm>
          <a:custGeom>
            <a:avLst/>
            <a:gdLst/>
            <a:ahLst/>
            <a:cxnLst/>
            <a:rect l="l" t="t" r="r" b="b"/>
            <a:pathLst>
              <a:path w="193662" h="503969">
                <a:moveTo>
                  <a:pt x="0" y="0"/>
                </a:moveTo>
                <a:lnTo>
                  <a:pt x="193662" y="0"/>
                </a:lnTo>
                <a:lnTo>
                  <a:pt x="193662" y="503969"/>
                </a:lnTo>
                <a:lnTo>
                  <a:pt x="0" y="503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429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8F4BC818-74FE-0696-31ED-B57F91103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021506" cy="2915754"/>
          </a:xfrm>
          <a:custGeom>
            <a:avLst/>
            <a:gdLst/>
            <a:ahLst/>
            <a:cxnLst/>
            <a:rect l="l" t="t" r="r" b="b"/>
            <a:pathLst>
              <a:path w="3021506" h="2915754">
                <a:moveTo>
                  <a:pt x="0" y="0"/>
                </a:moveTo>
                <a:lnTo>
                  <a:pt x="3021506" y="0"/>
                </a:lnTo>
                <a:lnTo>
                  <a:pt x="3021506" y="2915754"/>
                </a:lnTo>
                <a:lnTo>
                  <a:pt x="0" y="2915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2112155" y="1881131"/>
            <a:ext cx="12614938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2. Key Findings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095228" y="5457674"/>
            <a:ext cx="4457972" cy="899961"/>
            <a:chOff x="-22569" y="-47625"/>
            <a:chExt cx="5943962" cy="1199948"/>
          </a:xfrm>
        </p:grpSpPr>
        <p:sp>
          <p:nvSpPr>
            <p:cNvPr id="5" name="TextBox 5"/>
            <p:cNvSpPr txBox="1"/>
            <p:nvPr/>
          </p:nvSpPr>
          <p:spPr>
            <a:xfrm>
              <a:off x="-22569" y="741954"/>
              <a:ext cx="5921394" cy="410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GB" sz="2000" dirty="0"/>
                <a:t>Which channel generated most revenues?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1" y="-47625"/>
              <a:ext cx="5921394" cy="5359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000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A. CHANNEL PERFORMANCE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004" y="5457674"/>
            <a:ext cx="3886395" cy="1823290"/>
            <a:chOff x="-1" y="-47625"/>
            <a:chExt cx="5181859" cy="2431055"/>
          </a:xfrm>
        </p:grpSpPr>
        <p:sp>
          <p:nvSpPr>
            <p:cNvPr id="8" name="TextBox 8"/>
            <p:cNvSpPr txBox="1"/>
            <p:nvPr/>
          </p:nvSpPr>
          <p:spPr>
            <a:xfrm>
              <a:off x="0" y="741954"/>
              <a:ext cx="5181858" cy="16414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GB" sz="2000" dirty="0"/>
                <a:t>Looking across both campaign versions, which channel-campaign combination had the strongest performance overall (highest sales)?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1" y="-47625"/>
              <a:ext cx="5181859" cy="5359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000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B. CAMPAIGN-CHANNEL 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517856" y="5457674"/>
            <a:ext cx="4136244" cy="1207737"/>
            <a:chOff x="0" y="-47625"/>
            <a:chExt cx="5514991" cy="161031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741954"/>
              <a:ext cx="5514991" cy="8207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GB" sz="2000" dirty="0"/>
                <a:t>Which customer segment represent high potential?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514991" cy="5359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000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C. NEW CUSTOMERS 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4727093" y="-1326253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>
            <a:off x="1028700" y="9258300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8F0B21C-DD94-C1F3-5917-0A2131FA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56" t="-1359" r="-14256" b="-1359"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3" name="Group 3"/>
          <p:cNvGrpSpPr/>
          <p:nvPr/>
        </p:nvGrpSpPr>
        <p:grpSpPr>
          <a:xfrm>
            <a:off x="9853561" y="1430446"/>
            <a:ext cx="8738679" cy="7102960"/>
            <a:chOff x="0" y="0"/>
            <a:chExt cx="12878933" cy="1046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78932" cy="10468234"/>
            </a:xfrm>
            <a:custGeom>
              <a:avLst/>
              <a:gdLst/>
              <a:ahLst/>
              <a:cxnLst/>
              <a:rect l="l" t="t" r="r" b="b"/>
              <a:pathLst>
                <a:path w="12878932" h="10468234">
                  <a:moveTo>
                    <a:pt x="0" y="0"/>
                  </a:moveTo>
                  <a:lnTo>
                    <a:pt x="0" y="10468234"/>
                  </a:lnTo>
                  <a:lnTo>
                    <a:pt x="12878932" y="10468234"/>
                  </a:lnTo>
                  <a:lnTo>
                    <a:pt x="12878932" y="0"/>
                  </a:lnTo>
                  <a:lnTo>
                    <a:pt x="0" y="0"/>
                  </a:lnTo>
                  <a:close/>
                  <a:moveTo>
                    <a:pt x="12817973" y="10407274"/>
                  </a:moveTo>
                  <a:lnTo>
                    <a:pt x="59690" y="10407274"/>
                  </a:lnTo>
                  <a:lnTo>
                    <a:pt x="59690" y="59690"/>
                  </a:lnTo>
                  <a:lnTo>
                    <a:pt x="12817973" y="59690"/>
                  </a:lnTo>
                  <a:lnTo>
                    <a:pt x="12817973" y="10407274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37218" y="1264711"/>
            <a:ext cx="6709951" cy="2404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000" b="1" dirty="0">
                <a:solidFill>
                  <a:schemeClr val="bg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A. Channel Performance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37218" y="6769376"/>
            <a:ext cx="670995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2000" dirty="0"/>
              <a:t>Which channel generated most revenues?</a:t>
            </a:r>
          </a:p>
          <a:p>
            <a:endParaRPr lang="en-GB" sz="2000" b="1" dirty="0"/>
          </a:p>
          <a:p>
            <a:r>
              <a:rPr lang="en-GB" sz="2000" b="1" dirty="0"/>
              <a:t>Email campaigns </a:t>
            </a:r>
            <a:r>
              <a:rPr lang="en-GB" sz="2000" dirty="0"/>
              <a:t>as main generator of total revenues (54% of sales, specifically $7.9k).</a:t>
            </a:r>
          </a:p>
        </p:txBody>
      </p:sp>
      <p:sp>
        <p:nvSpPr>
          <p:cNvPr id="8" name="Freeform 8"/>
          <p:cNvSpPr/>
          <p:nvPr/>
        </p:nvSpPr>
        <p:spPr>
          <a:xfrm rot="-5400000">
            <a:off x="3358398" y="3966024"/>
            <a:ext cx="312593" cy="2354953"/>
          </a:xfrm>
          <a:custGeom>
            <a:avLst/>
            <a:gdLst/>
            <a:ahLst/>
            <a:cxnLst/>
            <a:rect l="l" t="t" r="r" b="b"/>
            <a:pathLst>
              <a:path w="312593" h="2354953">
                <a:moveTo>
                  <a:pt x="0" y="0"/>
                </a:moveTo>
                <a:lnTo>
                  <a:pt x="312592" y="0"/>
                </a:lnTo>
                <a:lnTo>
                  <a:pt x="312592" y="2354952"/>
                </a:lnTo>
                <a:lnTo>
                  <a:pt x="0" y="23549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7100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-10800000">
            <a:off x="9047169" y="-612151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 rot="-10800000">
            <a:off x="17065638" y="1028700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 rot="-10800000">
            <a:off x="1028700" y="1028700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 rot="-10800000">
            <a:off x="8950338" y="9674849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1028700" y="8033998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>
            <a:off x="17065638" y="8033998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9FB59707-8D33-13EC-839B-340AFDBB67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3117757"/>
              </p:ext>
            </p:extLst>
          </p:nvPr>
        </p:nvGraphicFramePr>
        <p:xfrm>
          <a:off x="8979761" y="2401471"/>
          <a:ext cx="8959994" cy="5155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7DB15EA-3AC4-1235-ED2E-AAB99F53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94602" y="2428496"/>
            <a:ext cx="3021506" cy="2915754"/>
          </a:xfrm>
          <a:custGeom>
            <a:avLst/>
            <a:gdLst/>
            <a:ahLst/>
            <a:cxnLst/>
            <a:rect l="l" t="t" r="r" b="b"/>
            <a:pathLst>
              <a:path w="3021506" h="2915754">
                <a:moveTo>
                  <a:pt x="0" y="0"/>
                </a:moveTo>
                <a:lnTo>
                  <a:pt x="3021506" y="0"/>
                </a:lnTo>
                <a:lnTo>
                  <a:pt x="3021506" y="2915754"/>
                </a:lnTo>
                <a:lnTo>
                  <a:pt x="0" y="2915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337218" y="6407343"/>
            <a:ext cx="6400991" cy="1582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3"/>
              </a:lnSpc>
            </a:pPr>
            <a:r>
              <a:rPr lang="en-GB" sz="2000" dirty="0">
                <a:latin typeface="Calibri (body)"/>
              </a:rPr>
              <a:t>Which channel-campaign combination had the strongest performance overall?</a:t>
            </a:r>
          </a:p>
          <a:p>
            <a:pPr>
              <a:lnSpc>
                <a:spcPts val="2473"/>
              </a:lnSpc>
            </a:pPr>
            <a:endParaRPr lang="en-GB" sz="2000" dirty="0">
              <a:solidFill>
                <a:srgbClr val="000000"/>
              </a:solidFill>
              <a:latin typeface="Calibri (body)"/>
              <a:ea typeface="Libre Franklin"/>
              <a:cs typeface="Libre Franklin"/>
              <a:sym typeface="Libre Franklin"/>
            </a:endParaRPr>
          </a:p>
          <a:p>
            <a:pPr>
              <a:lnSpc>
                <a:spcPts val="2473"/>
              </a:lnSpc>
            </a:pPr>
            <a:r>
              <a:rPr lang="en-GB" sz="2000" dirty="0">
                <a:latin typeface="Calibri (body)"/>
              </a:rPr>
              <a:t>The strongest </a:t>
            </a:r>
            <a:r>
              <a:rPr lang="en-GB" sz="2000" b="1" dirty="0">
                <a:latin typeface="Calibri (body)"/>
              </a:rPr>
              <a:t>campaign-channel combination </a:t>
            </a:r>
            <a:r>
              <a:rPr lang="en-GB" sz="2000" dirty="0">
                <a:latin typeface="Calibri (body)"/>
              </a:rPr>
              <a:t>in terms of sales was </a:t>
            </a:r>
            <a:r>
              <a:rPr lang="en-GB" sz="2000" b="1" dirty="0">
                <a:latin typeface="Calibri (body)"/>
              </a:rPr>
              <a:t>Email + Campaign B</a:t>
            </a:r>
            <a:r>
              <a:rPr lang="en-GB" sz="2000" dirty="0">
                <a:latin typeface="Calibri (body)"/>
              </a:rPr>
              <a:t>.</a:t>
            </a:r>
            <a:endParaRPr lang="en-US" sz="2000" dirty="0">
              <a:solidFill>
                <a:srgbClr val="000000"/>
              </a:solidFill>
              <a:latin typeface="Calibri (body)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5565293" y="-1421503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90500" y="9353550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1AB2489-4E92-5245-892A-5FBB8ED189C1}"/>
              </a:ext>
            </a:extLst>
          </p:cNvPr>
          <p:cNvSpPr txBox="1"/>
          <p:nvPr/>
        </p:nvSpPr>
        <p:spPr>
          <a:xfrm>
            <a:off x="2337218" y="1264711"/>
            <a:ext cx="6806782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7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B. Campaign and Channel combination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50F596-1532-8021-0BDA-DCB665BFE8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8972" y="2428496"/>
            <a:ext cx="9108480" cy="5469939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12EDA5B-B30E-95EC-909B-C88C0542B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021506" cy="2915754"/>
          </a:xfrm>
          <a:custGeom>
            <a:avLst/>
            <a:gdLst/>
            <a:ahLst/>
            <a:cxnLst/>
            <a:rect l="l" t="t" r="r" b="b"/>
            <a:pathLst>
              <a:path w="3021506" h="2915754">
                <a:moveTo>
                  <a:pt x="0" y="0"/>
                </a:moveTo>
                <a:lnTo>
                  <a:pt x="3021506" y="0"/>
                </a:lnTo>
                <a:lnTo>
                  <a:pt x="3021506" y="2915754"/>
                </a:lnTo>
                <a:lnTo>
                  <a:pt x="0" y="2915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2337218" y="6281893"/>
            <a:ext cx="5245898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sz="2000" dirty="0"/>
              <a:t>Which customer segment represent high potential?</a:t>
            </a:r>
          </a:p>
          <a:p>
            <a:endParaRPr lang="en-GB" sz="2000" dirty="0"/>
          </a:p>
          <a:p>
            <a:r>
              <a:rPr lang="en-GB" sz="2000" b="1" dirty="0"/>
              <a:t>New customers</a:t>
            </a:r>
            <a:r>
              <a:rPr lang="en-GB" sz="2000" dirty="0"/>
              <a:t> represent a high potential of growth ($5.8k of total sales against $8.8k sales of existing customers).</a:t>
            </a:r>
            <a:endParaRPr lang="en-GB" sz="2000" b="1" dirty="0"/>
          </a:p>
          <a:p>
            <a:r>
              <a:rPr lang="en-GB" sz="2000" b="1" dirty="0"/>
              <a:t>Email + Campaign A</a:t>
            </a:r>
            <a:r>
              <a:rPr lang="en-GB" sz="2000" dirty="0"/>
              <a:t> was the most effective combination for attracting new customers.</a:t>
            </a:r>
          </a:p>
        </p:txBody>
      </p:sp>
      <p:sp>
        <p:nvSpPr>
          <p:cNvPr id="6" name="Freeform 6"/>
          <p:cNvSpPr/>
          <p:nvPr/>
        </p:nvSpPr>
        <p:spPr>
          <a:xfrm>
            <a:off x="15660543" y="95250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404449E-118D-F9D5-0781-B43CE8F7ED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3313669"/>
              </p:ext>
            </p:extLst>
          </p:nvPr>
        </p:nvGraphicFramePr>
        <p:xfrm>
          <a:off x="7656543" y="2686214"/>
          <a:ext cx="9438649" cy="633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Box 6">
            <a:extLst>
              <a:ext uri="{FF2B5EF4-FFF2-40B4-BE49-F238E27FC236}">
                <a16:creationId xmlns:a16="http://schemas.microsoft.com/office/drawing/2014/main" id="{87387870-20C1-EFA6-E0E4-C09BE1CFD373}"/>
              </a:ext>
            </a:extLst>
          </p:cNvPr>
          <p:cNvSpPr txBox="1"/>
          <p:nvPr/>
        </p:nvSpPr>
        <p:spPr>
          <a:xfrm>
            <a:off x="2337218" y="1264711"/>
            <a:ext cx="8025982" cy="23730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7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C. New customers acquisition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53CE91-68DD-B92D-50D8-11620AAED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80215" y="3685623"/>
            <a:ext cx="3021506" cy="2915754"/>
          </a:xfrm>
          <a:custGeom>
            <a:avLst/>
            <a:gdLst/>
            <a:ahLst/>
            <a:cxnLst/>
            <a:rect l="l" t="t" r="r" b="b"/>
            <a:pathLst>
              <a:path w="3021506" h="2915754">
                <a:moveTo>
                  <a:pt x="0" y="0"/>
                </a:moveTo>
                <a:lnTo>
                  <a:pt x="3021506" y="0"/>
                </a:lnTo>
                <a:lnTo>
                  <a:pt x="3021506" y="2915754"/>
                </a:lnTo>
                <a:lnTo>
                  <a:pt x="0" y="2915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3990968" y="3932608"/>
            <a:ext cx="5529919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3. Deep Dive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060135" y="2297314"/>
            <a:ext cx="5529919" cy="3515778"/>
            <a:chOff x="0" y="-47625"/>
            <a:chExt cx="7373226" cy="4687704"/>
          </a:xfrm>
        </p:grpSpPr>
        <p:sp>
          <p:nvSpPr>
            <p:cNvPr id="5" name="TextBox 5"/>
            <p:cNvSpPr txBox="1"/>
            <p:nvPr/>
          </p:nvSpPr>
          <p:spPr>
            <a:xfrm>
              <a:off x="0" y="719612"/>
              <a:ext cx="7373226" cy="738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dirty="0"/>
                <a:t>Which message style brought in the most overall revenue, regardless of customer type?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7373226" cy="535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000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D. MESSAGE EFFECTIVENESS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532083"/>
              <a:ext cx="7373226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dirty="0"/>
                <a:t>Success is measured on more than just sales. Which channel resulted in the longest average time on site for people who did not end up making a purchase?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764846"/>
              <a:ext cx="7373226" cy="535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000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E. ENGAGEMENT BEYOND SALES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95250" y="-933955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15660543" y="8899964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5002C37-E0C6-9A85-C18E-53A021F5D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44E4E-1092-5683-CE48-862E973BC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89603A-0B02-63B7-55B5-C70C02D9697C}"/>
              </a:ext>
            </a:extLst>
          </p:cNvPr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56" t="-1359" r="-14256" b="-1359"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89145B5-C71D-96A3-729F-0FA0BBC5EDFB}"/>
              </a:ext>
            </a:extLst>
          </p:cNvPr>
          <p:cNvGrpSpPr/>
          <p:nvPr/>
        </p:nvGrpSpPr>
        <p:grpSpPr>
          <a:xfrm>
            <a:off x="9853561" y="1430446"/>
            <a:ext cx="8738679" cy="7102960"/>
            <a:chOff x="0" y="0"/>
            <a:chExt cx="12878933" cy="1046823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595C15C-BD0D-F2BF-F086-7E80A31F8C3C}"/>
                </a:ext>
              </a:extLst>
            </p:cNvPr>
            <p:cNvSpPr/>
            <p:nvPr/>
          </p:nvSpPr>
          <p:spPr>
            <a:xfrm>
              <a:off x="0" y="0"/>
              <a:ext cx="12878932" cy="10468234"/>
            </a:xfrm>
            <a:custGeom>
              <a:avLst/>
              <a:gdLst/>
              <a:ahLst/>
              <a:cxnLst/>
              <a:rect l="l" t="t" r="r" b="b"/>
              <a:pathLst>
                <a:path w="12878932" h="10468234">
                  <a:moveTo>
                    <a:pt x="0" y="0"/>
                  </a:moveTo>
                  <a:lnTo>
                    <a:pt x="0" y="10468234"/>
                  </a:lnTo>
                  <a:lnTo>
                    <a:pt x="12878932" y="10468234"/>
                  </a:lnTo>
                  <a:lnTo>
                    <a:pt x="12878932" y="0"/>
                  </a:lnTo>
                  <a:lnTo>
                    <a:pt x="0" y="0"/>
                  </a:lnTo>
                  <a:close/>
                  <a:moveTo>
                    <a:pt x="12817973" y="10407274"/>
                  </a:moveTo>
                  <a:lnTo>
                    <a:pt x="59690" y="10407274"/>
                  </a:lnTo>
                  <a:lnTo>
                    <a:pt x="59690" y="59690"/>
                  </a:lnTo>
                  <a:lnTo>
                    <a:pt x="12817973" y="59690"/>
                  </a:lnTo>
                  <a:lnTo>
                    <a:pt x="12817973" y="10407274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76CE8251-4A18-5F37-7488-2917607F8D7E}"/>
              </a:ext>
            </a:extLst>
          </p:cNvPr>
          <p:cNvSpPr txBox="1"/>
          <p:nvPr/>
        </p:nvSpPr>
        <p:spPr>
          <a:xfrm>
            <a:off x="2337218" y="1264711"/>
            <a:ext cx="6709951" cy="23730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000" b="1" dirty="0">
                <a:solidFill>
                  <a:schemeClr val="bg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D. Message effectiveness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B50055C-8476-18DB-0C13-1DCCDF8DA52C}"/>
              </a:ext>
            </a:extLst>
          </p:cNvPr>
          <p:cNvSpPr txBox="1"/>
          <p:nvPr/>
        </p:nvSpPr>
        <p:spPr>
          <a:xfrm>
            <a:off x="2337218" y="6769376"/>
            <a:ext cx="670995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2000" dirty="0"/>
              <a:t>Which message style brought in the most overall revenue, regardless of customer type?</a:t>
            </a:r>
          </a:p>
          <a:p>
            <a:endParaRPr lang="en-GB" sz="2000" dirty="0"/>
          </a:p>
          <a:p>
            <a:r>
              <a:rPr lang="en-GB" sz="2000" b="1" dirty="0"/>
              <a:t>Campaign B</a:t>
            </a:r>
            <a:r>
              <a:rPr lang="en-GB" sz="2000" dirty="0"/>
              <a:t> (professional, sales-oriented tone) brought the most overall revenue, accounting for 60% of total sales ($8.7k).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3A19B41-FB5B-3C3F-56F3-E7D81DE21E8A}"/>
              </a:ext>
            </a:extLst>
          </p:cNvPr>
          <p:cNvSpPr/>
          <p:nvPr/>
        </p:nvSpPr>
        <p:spPr>
          <a:xfrm rot="-5400000">
            <a:off x="3358398" y="3966024"/>
            <a:ext cx="312593" cy="2354953"/>
          </a:xfrm>
          <a:custGeom>
            <a:avLst/>
            <a:gdLst/>
            <a:ahLst/>
            <a:cxnLst/>
            <a:rect l="l" t="t" r="r" b="b"/>
            <a:pathLst>
              <a:path w="312593" h="2354953">
                <a:moveTo>
                  <a:pt x="0" y="0"/>
                </a:moveTo>
                <a:lnTo>
                  <a:pt x="312592" y="0"/>
                </a:lnTo>
                <a:lnTo>
                  <a:pt x="312592" y="2354952"/>
                </a:lnTo>
                <a:lnTo>
                  <a:pt x="0" y="23549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7100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7194152-CDFE-5C4B-7DF2-56CF2F5306F5}"/>
              </a:ext>
            </a:extLst>
          </p:cNvPr>
          <p:cNvSpPr/>
          <p:nvPr/>
        </p:nvSpPr>
        <p:spPr>
          <a:xfrm rot="-10800000">
            <a:off x="9047169" y="-612151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6A8197F-439A-18C6-AC54-58C9F795564A}"/>
              </a:ext>
            </a:extLst>
          </p:cNvPr>
          <p:cNvSpPr/>
          <p:nvPr/>
        </p:nvSpPr>
        <p:spPr>
          <a:xfrm rot="-10800000">
            <a:off x="17065638" y="1028700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EFF9EAA-D8C2-2A47-F85A-B13471B58DAF}"/>
              </a:ext>
            </a:extLst>
          </p:cNvPr>
          <p:cNvSpPr/>
          <p:nvPr/>
        </p:nvSpPr>
        <p:spPr>
          <a:xfrm rot="-10800000">
            <a:off x="1028700" y="1028700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E44AEC1-7C1E-F878-7C60-95727C7CF078}"/>
              </a:ext>
            </a:extLst>
          </p:cNvPr>
          <p:cNvSpPr/>
          <p:nvPr/>
        </p:nvSpPr>
        <p:spPr>
          <a:xfrm rot="-10800000">
            <a:off x="8950338" y="9674849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003FAF2-E57C-71B6-EF9F-7E9BEAB01E10}"/>
              </a:ext>
            </a:extLst>
          </p:cNvPr>
          <p:cNvSpPr/>
          <p:nvPr/>
        </p:nvSpPr>
        <p:spPr>
          <a:xfrm>
            <a:off x="1028700" y="8033998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B7E414F-8B2D-562E-F707-0EE1FE9EA3A2}"/>
              </a:ext>
            </a:extLst>
          </p:cNvPr>
          <p:cNvSpPr/>
          <p:nvPr/>
        </p:nvSpPr>
        <p:spPr>
          <a:xfrm>
            <a:off x="17065638" y="8033998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E8E2475-A1D0-0C05-DF51-4E157BB958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2404147"/>
              </p:ext>
            </p:extLst>
          </p:nvPr>
        </p:nvGraphicFramePr>
        <p:xfrm>
          <a:off x="9240831" y="2428394"/>
          <a:ext cx="8437538" cy="4340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F96D879-C3AE-456C-BC78-C78701030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35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41939-BE8B-7FF7-2E34-3905F04C0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8529BF-817D-3AE9-3AD8-BA00490387E7}"/>
              </a:ext>
            </a:extLst>
          </p:cNvPr>
          <p:cNvSpPr/>
          <p:nvPr/>
        </p:nvSpPr>
        <p:spPr>
          <a:xfrm>
            <a:off x="2094602" y="2428496"/>
            <a:ext cx="3021506" cy="2915754"/>
          </a:xfrm>
          <a:custGeom>
            <a:avLst/>
            <a:gdLst/>
            <a:ahLst/>
            <a:cxnLst/>
            <a:rect l="l" t="t" r="r" b="b"/>
            <a:pathLst>
              <a:path w="3021506" h="2915754">
                <a:moveTo>
                  <a:pt x="0" y="0"/>
                </a:moveTo>
                <a:lnTo>
                  <a:pt x="3021506" y="0"/>
                </a:lnTo>
                <a:lnTo>
                  <a:pt x="3021506" y="2915754"/>
                </a:lnTo>
                <a:lnTo>
                  <a:pt x="0" y="2915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39D5537-1939-4F5B-ED93-733B9E0F12BB}"/>
              </a:ext>
            </a:extLst>
          </p:cNvPr>
          <p:cNvSpPr txBox="1"/>
          <p:nvPr/>
        </p:nvSpPr>
        <p:spPr>
          <a:xfrm>
            <a:off x="2337219" y="6407343"/>
            <a:ext cx="6044782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2000" dirty="0"/>
              <a:t>Which channel resulted in the longest average time on site for people who did not end up making a purchase?</a:t>
            </a:r>
          </a:p>
          <a:p>
            <a:endParaRPr lang="en-GB" sz="2000" dirty="0"/>
          </a:p>
          <a:p>
            <a:r>
              <a:rPr lang="en-GB" sz="2000" dirty="0"/>
              <a:t>Among non-converters, </a:t>
            </a:r>
            <a:r>
              <a:rPr lang="en-GB" sz="2000" b="1" dirty="0"/>
              <a:t>Instagram</a:t>
            </a:r>
            <a:r>
              <a:rPr lang="en-GB" sz="2000" dirty="0"/>
              <a:t> users spent an average of 3,733 seconds on site, nearly as much as Email users, indicating strong engagement potential.</a:t>
            </a:r>
            <a:endParaRPr lang="en-GB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316A816-376A-9E25-FFC4-8E57DE798E1A}"/>
              </a:ext>
            </a:extLst>
          </p:cNvPr>
          <p:cNvSpPr/>
          <p:nvPr/>
        </p:nvSpPr>
        <p:spPr>
          <a:xfrm>
            <a:off x="15565293" y="-1421503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A072F34-C51E-FD42-6ABD-5A3658241559}"/>
              </a:ext>
            </a:extLst>
          </p:cNvPr>
          <p:cNvSpPr/>
          <p:nvPr/>
        </p:nvSpPr>
        <p:spPr>
          <a:xfrm>
            <a:off x="190500" y="9353550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659AE72-CAEF-50B8-628D-99BA41873925}"/>
              </a:ext>
            </a:extLst>
          </p:cNvPr>
          <p:cNvSpPr txBox="1"/>
          <p:nvPr/>
        </p:nvSpPr>
        <p:spPr>
          <a:xfrm>
            <a:off x="2337218" y="1264711"/>
            <a:ext cx="6806782" cy="23730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7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E. Engagement beyond sales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E9B9226-AA44-65B7-3AD2-E8DCF607F0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4548955"/>
              </p:ext>
            </p:extLst>
          </p:nvPr>
        </p:nvGraphicFramePr>
        <p:xfrm>
          <a:off x="8569414" y="2514772"/>
          <a:ext cx="9080212" cy="5448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4C633-E810-3FEA-6C9B-F8D4186CE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872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151324" y="3685623"/>
            <a:ext cx="3021506" cy="2915754"/>
          </a:xfrm>
          <a:custGeom>
            <a:avLst/>
            <a:gdLst/>
            <a:ahLst/>
            <a:cxnLst/>
            <a:rect l="l" t="t" r="r" b="b"/>
            <a:pathLst>
              <a:path w="3021506" h="2915754">
                <a:moveTo>
                  <a:pt x="0" y="0"/>
                </a:moveTo>
                <a:lnTo>
                  <a:pt x="3021507" y="0"/>
                </a:lnTo>
                <a:lnTo>
                  <a:pt x="3021507" y="2915754"/>
                </a:lnTo>
                <a:lnTo>
                  <a:pt x="0" y="2915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762000" y="4619277"/>
            <a:ext cx="9144000" cy="1026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95"/>
              </a:lnSpc>
            </a:pPr>
            <a:r>
              <a:rPr lang="en-US" sz="6996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4. Recommendations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44901" y="3219896"/>
            <a:ext cx="6311045" cy="423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500" dirty="0"/>
              <a:t>Increase investment in </a:t>
            </a:r>
            <a:r>
              <a:rPr lang="en-GB" sz="2500" b="1" dirty="0"/>
              <a:t>Email + Campaign A</a:t>
            </a:r>
            <a:r>
              <a:rPr lang="en-GB" sz="2500" dirty="0"/>
              <a:t> to continue driving new customer acquisition.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500" dirty="0"/>
              <a:t>Maintain </a:t>
            </a:r>
            <a:r>
              <a:rPr lang="en-GB" sz="2500" b="1" dirty="0"/>
              <a:t>Email + Campaign B</a:t>
            </a:r>
            <a:r>
              <a:rPr lang="en-GB" sz="2500" dirty="0"/>
              <a:t> to support overall revenue generation.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500" dirty="0"/>
              <a:t>Leverage </a:t>
            </a:r>
            <a:r>
              <a:rPr lang="en-GB" sz="2500" b="1" dirty="0"/>
              <a:t>Instagram</a:t>
            </a:r>
            <a:r>
              <a:rPr lang="en-GB" sz="2500" dirty="0"/>
              <a:t> primarily as an </a:t>
            </a:r>
            <a:r>
              <a:rPr lang="en-GB" sz="2500" b="1" dirty="0"/>
              <a:t>awareness and engagement </a:t>
            </a:r>
            <a:r>
              <a:rPr lang="en-GB" sz="2500" dirty="0"/>
              <a:t>channel, with potential retargeting strategies.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500" dirty="0"/>
              <a:t>Test </a:t>
            </a:r>
            <a:r>
              <a:rPr lang="en-GB" sz="2500" b="1" dirty="0"/>
              <a:t>follow-up email</a:t>
            </a:r>
            <a:r>
              <a:rPr lang="en-GB" sz="2500" dirty="0"/>
              <a:t> messages to optimize conversion while preserving the trust-building tone.</a:t>
            </a:r>
          </a:p>
        </p:txBody>
      </p:sp>
      <p:sp>
        <p:nvSpPr>
          <p:cNvPr id="12" name="Freeform 12"/>
          <p:cNvSpPr/>
          <p:nvPr/>
        </p:nvSpPr>
        <p:spPr>
          <a:xfrm>
            <a:off x="7062891" y="-1326253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7062891" y="9258300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2BB89B2-A784-99FB-B3F6-A8C25F7C5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52865-BD3C-AC80-18E7-2C4352C35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D0A41D7-E3FA-A77D-3898-73BAC82DE582}"/>
              </a:ext>
            </a:extLst>
          </p:cNvPr>
          <p:cNvSpPr/>
          <p:nvPr/>
        </p:nvSpPr>
        <p:spPr>
          <a:xfrm>
            <a:off x="3151324" y="3685623"/>
            <a:ext cx="3021506" cy="2915754"/>
          </a:xfrm>
          <a:custGeom>
            <a:avLst/>
            <a:gdLst/>
            <a:ahLst/>
            <a:cxnLst/>
            <a:rect l="l" t="t" r="r" b="b"/>
            <a:pathLst>
              <a:path w="3021506" h="2915754">
                <a:moveTo>
                  <a:pt x="0" y="0"/>
                </a:moveTo>
                <a:lnTo>
                  <a:pt x="3021507" y="0"/>
                </a:lnTo>
                <a:lnTo>
                  <a:pt x="3021507" y="2915754"/>
                </a:lnTo>
                <a:lnTo>
                  <a:pt x="0" y="2915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5E6B851-5066-00AB-5CDC-43E3FE6F9E22}"/>
              </a:ext>
            </a:extLst>
          </p:cNvPr>
          <p:cNvSpPr txBox="1"/>
          <p:nvPr/>
        </p:nvSpPr>
        <p:spPr>
          <a:xfrm>
            <a:off x="4114800" y="4619277"/>
            <a:ext cx="4953000" cy="1026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95"/>
              </a:lnSpc>
            </a:pPr>
            <a:r>
              <a:rPr lang="en-US" sz="6996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Next steps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17F2B1D-FF1B-AA16-6026-950B4ADF21AE}"/>
              </a:ext>
            </a:extLst>
          </p:cNvPr>
          <p:cNvSpPr txBox="1"/>
          <p:nvPr/>
        </p:nvSpPr>
        <p:spPr>
          <a:xfrm>
            <a:off x="10363200" y="4209164"/>
            <a:ext cx="6311045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3000" dirty="0"/>
              <a:t> </a:t>
            </a:r>
            <a:r>
              <a:rPr lang="en-GB" sz="3000" b="1" dirty="0"/>
              <a:t>Implement recommendations </a:t>
            </a:r>
            <a:r>
              <a:rPr lang="en-GB" sz="3000" dirty="0"/>
              <a:t>in Q1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3000" dirty="0"/>
              <a:t> </a:t>
            </a:r>
            <a:r>
              <a:rPr lang="en-GB" sz="3000" b="1" dirty="0"/>
              <a:t>Track performance </a:t>
            </a:r>
            <a:r>
              <a:rPr lang="en-GB" sz="3000" dirty="0"/>
              <a:t>metrics monthly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3000" dirty="0"/>
              <a:t> </a:t>
            </a:r>
            <a:r>
              <a:rPr lang="en-GB" sz="3000" b="1" dirty="0"/>
              <a:t>Review and adjust </a:t>
            </a:r>
            <a:r>
              <a:rPr lang="en-GB" sz="3000" dirty="0"/>
              <a:t>strategy after 60 days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6BCC1E1-0D0A-B578-3570-6D8447C08A11}"/>
              </a:ext>
            </a:extLst>
          </p:cNvPr>
          <p:cNvSpPr/>
          <p:nvPr/>
        </p:nvSpPr>
        <p:spPr>
          <a:xfrm>
            <a:off x="7062891" y="-1326253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5637633-6694-1975-4D86-CC6D51023E2F}"/>
              </a:ext>
            </a:extLst>
          </p:cNvPr>
          <p:cNvSpPr/>
          <p:nvPr/>
        </p:nvSpPr>
        <p:spPr>
          <a:xfrm>
            <a:off x="7062891" y="9258300"/>
            <a:ext cx="2532207" cy="2354953"/>
          </a:xfrm>
          <a:custGeom>
            <a:avLst/>
            <a:gdLst/>
            <a:ahLst/>
            <a:cxnLst/>
            <a:rect l="l" t="t" r="r" b="b"/>
            <a:pathLst>
              <a:path w="2532207" h="2354953">
                <a:moveTo>
                  <a:pt x="0" y="0"/>
                </a:moveTo>
                <a:lnTo>
                  <a:pt x="2532207" y="0"/>
                </a:lnTo>
                <a:lnTo>
                  <a:pt x="2532207" y="2354953"/>
                </a:lnTo>
                <a:lnTo>
                  <a:pt x="0" y="23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B1C63B-D31C-CC4B-7DC0-CF8D5A8E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833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39" t="-527" r="-25031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4548028" y="2313712"/>
            <a:ext cx="12085690" cy="5659575"/>
            <a:chOff x="0" y="0"/>
            <a:chExt cx="17811707" cy="83409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11707" cy="8340996"/>
            </a:xfrm>
            <a:custGeom>
              <a:avLst/>
              <a:gdLst/>
              <a:ahLst/>
              <a:cxnLst/>
              <a:rect l="l" t="t" r="r" b="b"/>
              <a:pathLst>
                <a:path w="17811707" h="8340996">
                  <a:moveTo>
                    <a:pt x="0" y="0"/>
                  </a:moveTo>
                  <a:lnTo>
                    <a:pt x="0" y="8340996"/>
                  </a:lnTo>
                  <a:lnTo>
                    <a:pt x="17811707" y="8340996"/>
                  </a:lnTo>
                  <a:lnTo>
                    <a:pt x="17811707" y="0"/>
                  </a:lnTo>
                  <a:lnTo>
                    <a:pt x="0" y="0"/>
                  </a:lnTo>
                  <a:close/>
                  <a:moveTo>
                    <a:pt x="17750748" y="8280036"/>
                  </a:moveTo>
                  <a:lnTo>
                    <a:pt x="59690" y="8280036"/>
                  </a:lnTo>
                  <a:lnTo>
                    <a:pt x="59690" y="59690"/>
                  </a:lnTo>
                  <a:lnTo>
                    <a:pt x="17750748" y="59690"/>
                  </a:lnTo>
                  <a:lnTo>
                    <a:pt x="17750748" y="8280036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Freeform 5"/>
          <p:cNvSpPr/>
          <p:nvPr/>
        </p:nvSpPr>
        <p:spPr>
          <a:xfrm rot="2010572">
            <a:off x="2659381" y="3073347"/>
            <a:ext cx="4140306" cy="4140306"/>
          </a:xfrm>
          <a:custGeom>
            <a:avLst/>
            <a:gdLst/>
            <a:ahLst/>
            <a:cxnLst/>
            <a:rect l="l" t="t" r="r" b="b"/>
            <a:pathLst>
              <a:path w="4140306" h="4140306">
                <a:moveTo>
                  <a:pt x="0" y="0"/>
                </a:moveTo>
                <a:lnTo>
                  <a:pt x="4140307" y="0"/>
                </a:lnTo>
                <a:lnTo>
                  <a:pt x="4140307" y="4140306"/>
                </a:lnTo>
                <a:lnTo>
                  <a:pt x="0" y="4140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529064" y="4547579"/>
            <a:ext cx="6167136" cy="1173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7999" b="1" dirty="0">
                <a:solidFill>
                  <a:srgbClr val="FFFFFF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5. Appendix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15045" y="3238500"/>
            <a:ext cx="5978441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da-DK" dirty="0"/>
              <a:t>Dataset source:</a:t>
            </a:r>
            <a:r>
              <a:rPr lang="da-DK" dirty="0">
                <a:solidFill>
                  <a:schemeClr val="accent3"/>
                </a:solidFill>
              </a:rPr>
              <a:t> </a:t>
            </a:r>
            <a:r>
              <a:rPr lang="da-DK" u="sng" dirty="0">
                <a:solidFill>
                  <a:schemeClr val="accent3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https://www.theforage.com/simulations/bcg/data-for-decision-makers-tod0?reloaded=true</a:t>
            </a:r>
            <a:endParaRPr lang="da-DK" u="sng" dirty="0">
              <a:solidFill>
                <a:schemeClr val="accent3"/>
              </a:solidFill>
            </a:endParaRPr>
          </a:p>
          <a:p>
            <a:endParaRPr lang="da-DK" u="sng" dirty="0"/>
          </a:p>
          <a:p>
            <a:r>
              <a:rPr lang="da-DK" dirty="0"/>
              <a:t>Methodology: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Excel</a:t>
            </a:r>
            <a:r>
              <a:rPr lang="en-GB" dirty="0"/>
              <a:t>: Pivot tables, chart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Data Analysis</a:t>
            </a:r>
            <a:r>
              <a:rPr lang="en-GB" dirty="0"/>
              <a:t>: Hypothesis testing, cohort analysis, segmentation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Business Intelligence</a:t>
            </a:r>
            <a:r>
              <a:rPr lang="en-GB" dirty="0"/>
              <a:t>: KPI definition, performance metrics, strategic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Sample Size: 500</a:t>
            </a:r>
          </a:p>
          <a:p>
            <a:r>
              <a:rPr lang="en-GB" dirty="0"/>
              <a:t>Key Metrics: Revenue, Time on Site, Conversion Rate, New vs. Existing Customers</a:t>
            </a:r>
          </a:p>
        </p:txBody>
      </p:sp>
      <p:sp>
        <p:nvSpPr>
          <p:cNvPr id="8" name="Freeform 8"/>
          <p:cNvSpPr/>
          <p:nvPr/>
        </p:nvSpPr>
        <p:spPr>
          <a:xfrm rot="-10800000">
            <a:off x="4548028" y="-612151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-10800000">
            <a:off x="4451197" y="9674849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 rot="-10800000" flipV="1">
            <a:off x="9319122" y="7577583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1224302"/>
                </a:moveTo>
                <a:lnTo>
                  <a:pt x="193662" y="1224302"/>
                </a:lnTo>
                <a:lnTo>
                  <a:pt x="193662" y="0"/>
                </a:lnTo>
                <a:lnTo>
                  <a:pt x="0" y="0"/>
                </a:lnTo>
                <a:lnTo>
                  <a:pt x="0" y="122430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 rot="-10800000">
            <a:off x="9319122" y="1485115"/>
            <a:ext cx="193662" cy="1224302"/>
          </a:xfrm>
          <a:custGeom>
            <a:avLst/>
            <a:gdLst/>
            <a:ahLst/>
            <a:cxnLst/>
            <a:rect l="l" t="t" r="r" b="b"/>
            <a:pathLst>
              <a:path w="193662" h="1224302">
                <a:moveTo>
                  <a:pt x="0" y="0"/>
                </a:moveTo>
                <a:lnTo>
                  <a:pt x="193662" y="0"/>
                </a:lnTo>
                <a:lnTo>
                  <a:pt x="193662" y="1224302"/>
                </a:lnTo>
                <a:lnTo>
                  <a:pt x="0" y="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 rot="-10800000">
            <a:off x="13796792" y="764357"/>
            <a:ext cx="186268" cy="528686"/>
          </a:xfrm>
          <a:custGeom>
            <a:avLst/>
            <a:gdLst/>
            <a:ahLst/>
            <a:cxnLst/>
            <a:rect l="l" t="t" r="r" b="b"/>
            <a:pathLst>
              <a:path w="186268" h="528686">
                <a:moveTo>
                  <a:pt x="0" y="0"/>
                </a:moveTo>
                <a:lnTo>
                  <a:pt x="186268" y="0"/>
                </a:lnTo>
                <a:lnTo>
                  <a:pt x="186268" y="528686"/>
                </a:lnTo>
                <a:lnTo>
                  <a:pt x="0" y="528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969" b="-131574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 rot="-10800000" flipV="1">
            <a:off x="13796792" y="8993957"/>
            <a:ext cx="186268" cy="528686"/>
          </a:xfrm>
          <a:custGeom>
            <a:avLst/>
            <a:gdLst/>
            <a:ahLst/>
            <a:cxnLst/>
            <a:rect l="l" t="t" r="r" b="b"/>
            <a:pathLst>
              <a:path w="186268" h="528686">
                <a:moveTo>
                  <a:pt x="0" y="528686"/>
                </a:moveTo>
                <a:lnTo>
                  <a:pt x="186268" y="528686"/>
                </a:lnTo>
                <a:lnTo>
                  <a:pt x="186268" y="0"/>
                </a:lnTo>
                <a:lnTo>
                  <a:pt x="0" y="0"/>
                </a:lnTo>
                <a:lnTo>
                  <a:pt x="0" y="52868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969" b="-131574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>
            <a:off x="872404" y="3966024"/>
            <a:ext cx="312593" cy="2354953"/>
          </a:xfrm>
          <a:custGeom>
            <a:avLst/>
            <a:gdLst/>
            <a:ahLst/>
            <a:cxnLst/>
            <a:rect l="l" t="t" r="r" b="b"/>
            <a:pathLst>
              <a:path w="312593" h="2354953">
                <a:moveTo>
                  <a:pt x="0" y="0"/>
                </a:moveTo>
                <a:lnTo>
                  <a:pt x="312592" y="0"/>
                </a:lnTo>
                <a:lnTo>
                  <a:pt x="312592" y="2354952"/>
                </a:lnTo>
                <a:lnTo>
                  <a:pt x="0" y="23549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7100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Freeform 15"/>
          <p:cNvSpPr/>
          <p:nvPr/>
        </p:nvSpPr>
        <p:spPr>
          <a:xfrm>
            <a:off x="17259300" y="3966024"/>
            <a:ext cx="312593" cy="2354953"/>
          </a:xfrm>
          <a:custGeom>
            <a:avLst/>
            <a:gdLst/>
            <a:ahLst/>
            <a:cxnLst/>
            <a:rect l="l" t="t" r="r" b="b"/>
            <a:pathLst>
              <a:path w="312593" h="2354953">
                <a:moveTo>
                  <a:pt x="0" y="0"/>
                </a:moveTo>
                <a:lnTo>
                  <a:pt x="312593" y="0"/>
                </a:lnTo>
                <a:lnTo>
                  <a:pt x="312593" y="2354952"/>
                </a:lnTo>
                <a:lnTo>
                  <a:pt x="0" y="23549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71006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C39907C-54E5-A286-D6EB-A69DCCB0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Custom 2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570</Words>
  <Application>Microsoft Office PowerPoint</Application>
  <PresentationFormat>Custom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Libre Franklin</vt:lpstr>
      <vt:lpstr>Calibri</vt:lpstr>
      <vt:lpstr>Libre Franklin Semi-Bold</vt:lpstr>
      <vt:lpstr>Aptos</vt:lpstr>
      <vt:lpstr>Arial</vt:lpstr>
      <vt:lpstr>Calibri </vt:lpstr>
      <vt:lpstr>Calibri (body)</vt:lpstr>
      <vt:lpstr>Calibri Light</vt:lpstr>
      <vt:lpstr>Libre Franklin Bold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campaign-channel-presentation</dc:title>
  <dc:creator>Kristel Juglair</dc:creator>
  <cp:lastModifiedBy>Kristel Juglair</cp:lastModifiedBy>
  <cp:revision>1</cp:revision>
  <dcterms:created xsi:type="dcterms:W3CDTF">2006-08-16T00:00:00Z</dcterms:created>
  <dcterms:modified xsi:type="dcterms:W3CDTF">2025-12-23T19:58:54Z</dcterms:modified>
  <dc:identifier>DAG8VPMAC8s</dc:identifier>
</cp:coreProperties>
</file>